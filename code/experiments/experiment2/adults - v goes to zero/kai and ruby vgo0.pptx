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0" r:id="rId2"/>
    <p:sldId id="271" r:id="rId3"/>
    <p:sldId id="272" r:id="rId4"/>
    <p:sldId id="273" r:id="rId5"/>
    <p:sldId id="274" r:id="rId6"/>
    <p:sldId id="277" r:id="rId7"/>
    <p:sldId id="284" r:id="rId8"/>
    <p:sldId id="282" r:id="rId9"/>
    <p:sldId id="281" r:id="rId1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13"/>
    <p:restoredTop sz="94692"/>
  </p:normalViewPr>
  <p:slideViewPr>
    <p:cSldViewPr snapToGrid="0">
      <p:cViewPr varScale="1">
        <p:scale>
          <a:sx n="105" d="100"/>
          <a:sy n="105" d="100"/>
        </p:scale>
        <p:origin x="1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7204D-94FF-4B41-A15A-34D148B68ED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032E9-43AE-A74A-8C1A-74C9EB4BDD4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0996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8501-98C5-9F61-78FF-BF15366A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AD1B5-C076-3DE9-5B44-17BDC19C6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74EA1-9E66-EF93-A2FC-13EA4D500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59E0-593F-14A6-3E0C-5654FD2B3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7231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B79C-3476-76AC-0DD8-A6C0EE4E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91BA7-38C2-F997-D92E-023FC3C4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6E537-4EDB-977D-0B8A-3CD72E93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9CED7-3E3F-71D1-D2E8-68AA11C5B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5904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79EF-AA5C-E4B2-0E37-E6EA1E2A7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CA8ED-215E-C3E4-E1A5-5FE9DDC1F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ADED6-A1C7-5177-C375-A69E35AFA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86603-5A8F-B258-6B00-2DC22CD12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37901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1E75D-D87C-E4AF-2C77-6FC0E6BE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D1B02-3305-6266-9422-0118A9007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980C6-BDB7-9EBA-DBEE-19EE04AD1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59E78-E511-670F-C5EE-96E8A6FEA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77442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0FCF-407B-203F-BD5E-7AE432A7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04F00-41B5-C265-0CF2-0D1EB91D9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D51CC-61F7-102B-5982-CB8ED20CF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67420-5A5F-77DC-6ED4-DAD06112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9F74-F0D6-C93F-B474-4BB4F0A2F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990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58DE-2CC2-90F7-932C-ED578D1E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0F155-CD49-FF46-A910-EBE0EF454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CDE57-D586-164A-00C2-4D105A59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6ED3A-7CC7-AB3C-5348-D8D250714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C04FB-FD51-B1C3-269B-CEF698FD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694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9C9F-DD4E-B823-3C97-E3E4273DE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908F4-B8F1-6958-8345-4990D7353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F32D5-8419-C290-7B57-149CA369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FF7A8-675C-6955-3AA7-86B3D95C0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E4D17-1835-1856-D762-AC8CEB3F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8095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1FFBD-00BB-BB96-580C-FB69EC7D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56FD8-26D3-B57A-0B52-C449B2948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F7001-47B7-9C29-B564-5B6AAA30D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553E7-FC40-5060-93EA-BF12C704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FFF26-DE73-46EA-C794-3092CFEB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65D62-F84F-0DF6-F90A-6FED683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6292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A501-9122-819F-1AC2-D5BAB4927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29A8C-3341-2A8E-9C19-21500D8B8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6758-6871-837D-F1A0-5D84772A0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D8030-D568-AFC2-0042-854FC46F4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532BC-4215-EE3C-F65E-44DCC78B1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93C098-5065-669D-FE2E-385BDF5C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47B35A-C158-5C49-1E8D-110B789C1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E09F0-C30C-3AC9-E872-FBF4A28C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040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AC30-3BC3-8C9E-8CA8-0415CF18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E65DB-6F23-0067-8402-66CE6F6F1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7D977-9441-B359-D0CE-9BACB1C4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656DB-E979-738B-0847-7332167FA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031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5674C-ED51-41D7-86A5-E161ED046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EE67D-3403-1EDD-6EF1-846CACDF7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582F9-ACE6-30BD-B738-8191A2D2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01952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684B-12F3-323D-142B-4DF8B4BB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969D0-34A5-37A1-354B-49195179D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A5247-2524-8137-B7B5-A5CE6F648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B1219-7418-56CF-1D86-63645473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EAB6E-6A08-3CCA-50A1-721CB383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02C54-55C1-F70B-1306-517A3171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495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A523-B4A1-B7CD-4C74-48BAEA82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7C37A-AF02-C7E4-4A3B-17801E97F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72D0D-D4D5-07BE-180C-D7AAE8376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50CF6-75DC-2B11-24E6-2FD26F7C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2B1EB-57CC-09D9-7A2E-AD6F637B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2FE8-4643-794B-86B0-34AA231DC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18464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81EB-B7A7-2F2A-089E-99F33BDE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AA95D-A571-AA1E-819B-4BAA0DBB7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EC448-CC93-F10D-C8FC-BFB622367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D6A14-F01C-DAAD-CEB5-47B407E2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0A623-F028-844E-ADE8-98DC94C8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73835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E053FD-192D-65BA-6D39-8CDFBE48B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1EC91-2A7A-435D-3680-951964BBF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D0A25-3C42-A769-AEBD-CE5A7D371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FFD41-6EB9-CA7A-2FFE-60B8E322D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3E168-1FBA-ADED-DF3C-FEDB04C2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88249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93382-66AD-60FE-D8AD-6B9F00C76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B29AE-0E97-9874-C056-48596C874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E9EA4-F0C2-BAB8-5959-B33C94BC5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4E6C4-22F5-1E69-4BDB-687DC67A6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780A8-7096-9474-CA42-9DE3291DC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8225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BE395EB-8A30-D731-043E-C7E690A6B0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66ED46F7-D4CD-04F7-3782-E90379787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440128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Kai.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9E97-4D27-B277-E553-3B3339D8A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668F7B9-31A5-A9DB-2A50-0E4AB7D66A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9902C0DD-55D7-7130-49F8-CC99743A2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440128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92BB21-1A5D-0BEF-81E4-B2D2D1ADB56B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Kai has 7 cookies.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8E33A2-60F3-CEFA-B32F-4A9F5B7BB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044" y="4272811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4B04F2-0C75-779B-B8D0-21D2127BD6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053" y="4094547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724E03-3565-E016-15D4-D6677E063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467" y="4010357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0CB09E-9BC5-ACF4-66E4-330AC62C6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514" y="4007182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6E4DB8-B043-8825-4D94-E4C291B03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4499" y="3937415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3DA7C0-DA0D-0FFE-9222-9F0FFF77E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050" y="4089815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5ABD6D-6CC1-BFBC-2F91-05E1DFC829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490" y="3895441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04B178-D4AB-73D2-5DD2-7A95FAFA1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069" y="3918050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584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79A82-ACC3-2CAD-5DD0-486AF29C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2F2CA7-8EB2-55EF-143E-033E21963F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093D1CFB-1E86-AB9B-0683-19B6A857D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091" y="440128"/>
            <a:ext cx="4015619" cy="53560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F61B66-6DAB-D86B-63B5-C917987481BB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Ruby.</a:t>
            </a:r>
          </a:p>
        </p:txBody>
      </p:sp>
    </p:spTree>
    <p:extLst>
      <p:ext uri="{BB962C8B-B14F-4D97-AF65-F5344CB8AC3E}">
        <p14:creationId xmlns:p14="http://schemas.microsoft.com/office/powerpoint/2010/main" val="207279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49720-D621-8945-1642-BC095E9C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D1E0D0-3B87-AAEA-845F-F8F03FE3B1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A6279D61-C54F-77C1-63A1-4468B62A2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091" y="440128"/>
            <a:ext cx="4015619" cy="53560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62790B-608F-B21B-D5BD-D05789657D8E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Ruby has 2 cookies.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9B0BD7-5B19-C28C-E795-3D5978946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537" y="4201559"/>
            <a:ext cx="1027288" cy="318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B02017-9861-5A88-3120-D8ECB6B38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546" y="4023295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E89357-2C91-2287-087C-65C411E36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934" y="4023294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1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E704-F0A4-BE7B-718B-635FE81D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B903284D-A8C7-DB50-A216-409A63D1AA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A5510C-92B2-1959-4EF8-6FA835F24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400" y="26636"/>
            <a:ext cx="3718472" cy="56134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4AF084-4398-2630-D385-CCF55365FA44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Kai is walking and staring at his phone.</a:t>
            </a:r>
            <a:endParaRPr lang="en-CN" sz="3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D1AA5B-A820-731D-9520-A95D20704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811" y="194996"/>
            <a:ext cx="2905869" cy="534760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3456F92-27B5-E559-920F-11C5180D01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711" y="4272811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2C7FAD-2DFD-6AFD-DF80-8B791F7B7D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720" y="4094547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D85258-ABB0-B7CB-A830-A8F00D3EC7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157" y="4112120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61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D741-FAC1-00B3-5707-86328EB3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89A4984-37F6-A66C-723F-64252FB9A5E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BE0E39-5825-7F72-E5CE-142162B11CC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Ruby is also staring at her phone.</a:t>
            </a:r>
            <a:endParaRPr lang="en-CN" sz="3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357E17-53A2-714F-113C-29BE99627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291" y="194996"/>
            <a:ext cx="2905869" cy="534760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D9EEB3-9691-A370-2312-36C6B84D28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400" y="26636"/>
            <a:ext cx="3718472" cy="56134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AA32C2-3D7D-5010-AFA9-DA45409EE5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711" y="4272811"/>
            <a:ext cx="1027288" cy="3188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3F735E-1214-E891-7A3D-972E693F1B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720" y="4094547"/>
            <a:ext cx="1053833" cy="531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0078C9-912B-DE6F-95AA-5856F4D279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157" y="4112120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06E97-4E3B-BC55-A4CA-6EC8E033E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FBD259-43D4-46B7-C454-4A1ECE61BD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79324B-7B89-EC83-6F2D-215307CDE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628" y="-276999"/>
            <a:ext cx="4112744" cy="62915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72785C0-47D4-8417-7D55-9E6C7281C222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Oh no! Kai bumps into Ruby!</a:t>
            </a:r>
            <a:endParaRPr lang="en-CN" sz="3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AEB908-5572-3414-4EC7-1D1D35631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843" y="2922543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6A17B5-FEB6-E6E9-11D3-02B5F60DDF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26606">
            <a:off x="7865010" y="297582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5CBBF6-13C3-9911-9CE5-7A83102F17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7185">
            <a:off x="8147089" y="2969742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A06D82-D44D-3D4D-7EDC-850350720D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592" y="2924223"/>
            <a:ext cx="1027288" cy="31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67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D2079-851D-6947-3044-5844194A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742C73-5A4E-C179-D329-1F848005BA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FA2809-5C90-EC06-B1D4-C521F9B0C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628" y="-276999"/>
            <a:ext cx="4112744" cy="62915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3DE784-B7D8-4982-70A9-DD698DA43AF2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 of Ruby’s cookies fall!</a:t>
            </a:r>
            <a:endParaRPr lang="en-CN" sz="3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C6642-DC7B-41D5-0BEA-A5FCF8467E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843" y="2922543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A3E716-F2A8-4704-C590-2D7C515C59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26606">
            <a:off x="7865010" y="297582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FC67BA-BA52-E4BE-B5A4-21247794D5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7185">
            <a:off x="8147089" y="2969742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EEC396-1914-F180-AE5D-4F71C7FD6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592" y="2924223"/>
            <a:ext cx="1027288" cy="31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486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D197A2-FFFC-A6B4-D26D-200D852FCC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2BC4D894-8E5D-0B61-2C1D-DA1BB8538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488" y="525447"/>
            <a:ext cx="3802149" cy="5071349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6AA7F390-7291-063F-9B22-465BEF34E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901" y="525447"/>
            <a:ext cx="3859690" cy="52872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Kai still has 7 cookies. Ruby now has </a:t>
            </a:r>
            <a:r>
              <a:rPr lang="en-US" altLang="zh-CN" sz="3000" b="1" dirty="0"/>
              <a:t>0</a:t>
            </a:r>
            <a:r>
              <a:rPr lang="en-US" sz="3000" b="1" dirty="0"/>
              <a:t> cookies.</a:t>
            </a:r>
            <a:endParaRPr lang="en-CN" sz="44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2448" y="4133750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62258" y="4156081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86697" y="4133749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97492" y="4083566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86208" y="4051302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766419" y="4067434"/>
            <a:ext cx="457200" cy="224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3D7933-C9E3-7926-FA67-2FAFF96FEE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839595" y="5097085"/>
            <a:ext cx="812666" cy="411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0D7C0E-46BF-4C5F-9041-764798C836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491159" y="4962073"/>
            <a:ext cx="812666" cy="4113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A24C78-35C8-C1A9-AEA2-EB747D2A8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236" y="4077502"/>
            <a:ext cx="1027288" cy="31887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0E37EAB-61A9-F97A-A227-26ECDFF8BA4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36509" y="3999695"/>
            <a:ext cx="457200" cy="2240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D6C4C88-C28E-5ACF-ABB3-1B603ED532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001410" y="3966198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65</Words>
  <Application>Microsoft Macintosh PowerPoint</Application>
  <PresentationFormat>Widescreen</PresentationFormat>
  <Paragraphs>13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35</cp:revision>
  <dcterms:created xsi:type="dcterms:W3CDTF">2026-05-04T04:54:08Z</dcterms:created>
  <dcterms:modified xsi:type="dcterms:W3CDTF">2026-07-08T18:25:07Z</dcterms:modified>
</cp:coreProperties>
</file>