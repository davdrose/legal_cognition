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56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jhwX4ZFwOoy5D4BrUlbAAA3gln6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Ros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92"/>
  </p:normalViewPr>
  <p:slideViewPr>
    <p:cSldViewPr snapToGrid="0">
      <p:cViewPr varScale="1">
        <p:scale>
          <a:sx n="114" d="100"/>
          <a:sy n="114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7-07T11:52:04.506" idx="1">
    <p:pos x="6000" y="0"/>
    <p:text>@katielx@stanford.edu it looks like you didn't make the changes I suggested in email. This should be:
Katie left her cookies unwrapped. Tony sat them at the edge of
the blanket. A gust of wind blows Katie's
cookies away
_Assigned to katielx@stanford.edu_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_VOAiqY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8399" y="432280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Tony.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8399" y="432280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Tony has 5 cookies.</a:t>
            </a:r>
            <a:endParaRPr dirty="0"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8318" y="4161158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2327" y="397971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8876" y="3910923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86799" y="398147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8381" y="389086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2044" y="386282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-18632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562" y="284011"/>
            <a:ext cx="4066876" cy="557809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Katie.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-18632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562" y="284011"/>
            <a:ext cx="4066876" cy="5578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3192651" y="5734196"/>
            <a:ext cx="5806698" cy="5539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has 2 cookies.</a:t>
            </a:r>
            <a:endParaRPr dirty="0"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4350" y="419388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8359" y="401244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53796" y="4022411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and Tony are having a picnic.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5369" y="715341"/>
            <a:ext cx="2496968" cy="428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3289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2595" y="-124116"/>
            <a:ext cx="3789605" cy="519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1981200" y="5748363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stands up and leaves her cookies on the blanket.</a:t>
            </a:r>
            <a:endParaRPr dirty="0"/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1;p5">
            <a:extLst>
              <a:ext uri="{FF2B5EF4-FFF2-40B4-BE49-F238E27FC236}">
                <a16:creationId xmlns:a16="http://schemas.microsoft.com/office/drawing/2014/main" id="{0DCA4151-3979-7798-DF15-B10376DF66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2;p5">
            <a:extLst>
              <a:ext uri="{FF2B5EF4-FFF2-40B4-BE49-F238E27FC236}">
                <a16:creationId xmlns:a16="http://schemas.microsoft.com/office/drawing/2014/main" id="{748895D2-D17E-EE86-EA48-27E15892912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3;p5">
            <a:extLst>
              <a:ext uri="{FF2B5EF4-FFF2-40B4-BE49-F238E27FC236}">
                <a16:creationId xmlns:a16="http://schemas.microsoft.com/office/drawing/2014/main" id="{95B33DA3-4B71-33F2-4524-43702C3386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3289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1981200" y="5748363"/>
            <a:ext cx="8229600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walks away.</a:t>
            </a:r>
            <a:endParaRPr/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1;p5">
            <a:extLst>
              <a:ext uri="{FF2B5EF4-FFF2-40B4-BE49-F238E27FC236}">
                <a16:creationId xmlns:a16="http://schemas.microsoft.com/office/drawing/2014/main" id="{5329206B-A311-CF16-2F4A-B2C49E8631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2;p5">
            <a:extLst>
              <a:ext uri="{FF2B5EF4-FFF2-40B4-BE49-F238E27FC236}">
                <a16:creationId xmlns:a16="http://schemas.microsoft.com/office/drawing/2014/main" id="{CE17FCC9-1F08-6DE5-E223-E4C496152D5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3;p5">
            <a:extLst>
              <a:ext uri="{FF2B5EF4-FFF2-40B4-BE49-F238E27FC236}">
                <a16:creationId xmlns:a16="http://schemas.microsoft.com/office/drawing/2014/main" id="{AD744469-1621-8C73-3D1B-55D6865CD46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3289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8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A gust of wind blows.</a:t>
            </a:r>
            <a:endParaRPr/>
          </a:p>
        </p:txBody>
      </p:sp>
      <p:pic>
        <p:nvPicPr>
          <p:cNvPr id="207" name="Google Shape;207;p8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7852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7970" y="446741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60743">
            <a:off x="5319021" y="3404799"/>
            <a:ext cx="2037777" cy="95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of Katie’s cookies blow away!</a:t>
            </a:r>
            <a:endParaRPr/>
          </a:p>
        </p:txBody>
      </p:sp>
      <p:pic>
        <p:nvPicPr>
          <p:cNvPr id="231" name="Google Shape;231;p9"/>
          <p:cNvPicPr preferRelativeResize="0"/>
          <p:nvPr/>
        </p:nvPicPr>
        <p:blipFill rotWithShape="1">
          <a:blip r:embed="rId4">
            <a:alphaModFix/>
          </a:blip>
          <a:srcRect t="24519"/>
          <a:stretch/>
        </p:blipFill>
        <p:spPr>
          <a:xfrm>
            <a:off x="2209800" y="3148314"/>
            <a:ext cx="7772400" cy="247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9434" y="599932"/>
            <a:ext cx="2467198" cy="451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3843" y="464885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44534" y="525783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10304" y="4230821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54313" y="404938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72727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9774" y="396519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83759" y="38954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36159" y="404782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60743">
            <a:off x="5319021" y="3404799"/>
            <a:ext cx="2037777" cy="95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36450" y="523746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7338" y="201056"/>
            <a:ext cx="3049724" cy="530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0"/>
          <p:cNvPicPr preferRelativeResize="0"/>
          <p:nvPr/>
        </p:nvPicPr>
        <p:blipFill rotWithShape="1">
          <a:blip r:embed="rId3">
            <a:alphaModFix/>
          </a:blip>
          <a:srcRect t="10365"/>
          <a:stretch/>
        </p:blipFill>
        <p:spPr>
          <a:xfrm>
            <a:off x="0" y="0"/>
            <a:ext cx="12210632" cy="687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0254" y="590309"/>
            <a:ext cx="3735658" cy="512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77804" y="307166"/>
            <a:ext cx="2860957" cy="530191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Tony still has 5 cookies. </a:t>
            </a: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Katie now has 0 cookies.</a:t>
            </a:r>
            <a:endParaRPr sz="4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334" y="4124972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772340" y="4061194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922150" y="4083525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589" y="4061193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057384" y="4011010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3246100" y="3978746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/>
          <p:cNvPicPr preferRelativeResize="0"/>
          <p:nvPr/>
        </p:nvPicPr>
        <p:blipFill rotWithShape="1">
          <a:blip r:embed="rId7">
            <a:alphaModFix/>
          </a:blip>
          <a:srcRect l="31309" t="37775" r="29949" b="24568"/>
          <a:stretch/>
        </p:blipFill>
        <p:spPr>
          <a:xfrm>
            <a:off x="2826311" y="3994878"/>
            <a:ext cx="457200" cy="2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6304720" y="5050421"/>
            <a:ext cx="812666" cy="411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5956284" y="4915409"/>
            <a:ext cx="812666" cy="41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</Words>
  <Application>Microsoft Macintosh PowerPoint</Application>
  <PresentationFormat>Widescreen</PresentationFormat>
  <Paragraphs>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3</cp:revision>
  <dcterms:created xsi:type="dcterms:W3CDTF">2026-05-01T23:47:31Z</dcterms:created>
  <dcterms:modified xsi:type="dcterms:W3CDTF">2026-07-08T18:24:51Z</dcterms:modified>
</cp:coreProperties>
</file>