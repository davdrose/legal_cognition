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82" r:id="rId9"/>
    <p:sldId id="283" r:id="rId10"/>
    <p:sldId id="278" r:id="rId11"/>
    <p:sldId id="280" r:id="rId12"/>
    <p:sldId id="281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92"/>
  </p:normalViewPr>
  <p:slideViewPr>
    <p:cSldViewPr snapToGrid="0">
      <p:cViewPr varScale="1">
        <p:scale>
          <a:sx n="101" d="100"/>
          <a:sy n="101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6CEE-36C9-0311-74FD-39C92754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232D5-1A82-5774-8F3B-ADC78D114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A7AC5-2C47-550C-4368-0D8F2FA01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452B3-8C63-33E6-287E-D11E72BC3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6552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37D1-23A0-2EC5-CCD1-A1480213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6304E-63A6-9A14-6AF4-1D84949F1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580EA-4ABA-EC98-9348-858AA2031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365F7-698C-469F-05FE-EB97BB328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4980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4EDF-9D16-9895-FCF9-E6F4D79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1C196-2EDB-72F3-A98E-E7C17724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798F-6A33-A3C2-FB51-683A6DA18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F926-E350-5712-57E6-BE47EB5E5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675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9A5474-F657-238C-C6C0-DE81B510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Finn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299" y="4078453"/>
            <a:ext cx="1173792" cy="364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522" y="3897014"/>
            <a:ext cx="1204123" cy="60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936" y="3812824"/>
            <a:ext cx="1204123" cy="607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983" y="3812824"/>
            <a:ext cx="1204123" cy="607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68" y="3743057"/>
            <a:ext cx="1204123" cy="607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68" y="3895457"/>
            <a:ext cx="1204123" cy="60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2953BE-8C65-226C-6135-FC3D6D5D40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2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281" y="4008435"/>
            <a:ext cx="1293776" cy="4015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290" y="3771900"/>
            <a:ext cx="1327208" cy="6690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9BFCF-567F-7DE7-CA12-DD8C8FBEE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727" y="3771900"/>
            <a:ext cx="1327208" cy="6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748F-9FA2-E306-2A2C-ED0D5849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934CE0F-8E18-AAC4-BB75-9BFEFA4B4F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A08E9-D7AC-EE6D-D85C-40AD0EAB8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275594-0E85-2B5B-8963-72F428F6666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3041CF-0042-98AC-B0F8-4230D465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7F2CC-01F4-5821-236C-75E1244FB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781" y="3699127"/>
            <a:ext cx="1293776" cy="4015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AAE98E-6A18-0202-DED8-A1CEBEEE7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790" y="3462592"/>
            <a:ext cx="1327208" cy="669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A5E073-AE4D-37F6-74E4-8AC6633E36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27" y="3462592"/>
            <a:ext cx="1327208" cy="6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6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22E8-3449-9790-5457-AE362422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3DFCA25-C412-40FD-20DD-685CD381E7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2536A1-BEDB-A6A4-7182-AC10AB788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7" y="163540"/>
            <a:ext cx="3427541" cy="57375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4F2B50-B21E-4ED1-C2B9-A6C5E7C6CBD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Cleo was not looking where she was going.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79DE50-FC1D-0AEC-EE7C-DA6F3C298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0A0D8-4596-76F6-1EC6-A48671D13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781" y="3699127"/>
            <a:ext cx="1293776" cy="401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3F4AA2-E51C-6A00-4490-CC576EE87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790" y="3462592"/>
            <a:ext cx="1327208" cy="6690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999FF5-CCB0-BCA7-2E7C-288DC4BBBC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27" y="3462592"/>
            <a:ext cx="1327208" cy="6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1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74D3A16-5546-67F2-596C-F0D3605973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Oh no! Cleo slips on the water!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787" y="3156815"/>
            <a:ext cx="1732952" cy="873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8494" y="3147893"/>
            <a:ext cx="1732952" cy="8736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EE7-3180-F4CA-A53B-D717D327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7432F13-577A-680B-88D7-329C9016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1F872-14BA-AB7A-5912-6405CB21891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fall!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8E852-6EAC-6AAA-8484-834FD7C0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126841-79F2-F47F-4CD8-A7DC319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1" y="39817"/>
            <a:ext cx="3464337" cy="5768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E05922-00C5-9E61-AEA4-E28980B9F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4E4F1-EC29-BEFA-EBF3-6EF0EF398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BEE12-5C82-6241-8C4F-F39248339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062" y="3384828"/>
            <a:ext cx="1689302" cy="5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</a:t>
            </a:r>
            <a:r>
              <a:rPr lang="en-US" sz="3000" b="1"/>
              <a:t>has 0 </a:t>
            </a:r>
            <a:r>
              <a:rPr lang="en-US" sz="3000" b="1" dirty="0"/>
              <a:t>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87</Words>
  <Application>Microsoft Macintosh PowerPoint</Application>
  <PresentationFormat>Widescreen</PresentationFormat>
  <Paragraphs>19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36</cp:revision>
  <dcterms:created xsi:type="dcterms:W3CDTF">2026-05-01T23:56:35Z</dcterms:created>
  <dcterms:modified xsi:type="dcterms:W3CDTF">2026-07-08T18:24:34Z</dcterms:modified>
</cp:coreProperties>
</file>