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ay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b+SmLjdwlMJJvYd1ge5P3hvEw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2"/>
  </p:normalViewPr>
  <p:slideViewPr>
    <p:cSldViewPr snapToGrid="0">
      <p:cViewPr varScale="1">
        <p:scale>
          <a:sx n="91" d="100"/>
          <a:sy n="91" d="100"/>
        </p:scale>
        <p:origin x="19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3832" y="284011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Sam.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3832" y="284011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3192651" y="5734196"/>
            <a:ext cx="5806698" cy="553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 has </a:t>
            </a:r>
            <a:r>
              <a:rPr lang="en-CN" sz="3000" b="1" dirty="0">
                <a:solidFill>
                  <a:schemeClr val="dk1"/>
                </a:solidFill>
              </a:rPr>
              <a:t>5</a:t>
            </a: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cookies.</a:t>
            </a:r>
            <a:endParaRPr dirty="0"/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360" y="4194186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0369" y="401274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38783" y="3928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05830" y="3928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9815" y="385879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02215" y="4011190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347"/>
            <a:ext cx="12192000" cy="68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 has an alligator.</a:t>
            </a:r>
            <a:endParaRPr/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2855" y="475395"/>
            <a:ext cx="6378874" cy="564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3832" y="292339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Ella.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3832" y="292339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3192651" y="5734196"/>
            <a:ext cx="5806698" cy="553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Ella has 2 cookies.</a:t>
            </a:r>
            <a:endParaRPr dirty="0"/>
          </a:p>
        </p:txBody>
      </p:sp>
      <p:pic>
        <p:nvPicPr>
          <p:cNvPr id="2" name="Google Shape;100;p2">
            <a:extLst>
              <a:ext uri="{FF2B5EF4-FFF2-40B4-BE49-F238E27FC236}">
                <a16:creationId xmlns:a16="http://schemas.microsoft.com/office/drawing/2014/main" id="{4F017179-6127-B09F-C925-A30C537F48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360" y="4194186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;p2">
            <a:extLst>
              <a:ext uri="{FF2B5EF4-FFF2-40B4-BE49-F238E27FC236}">
                <a16:creationId xmlns:a16="http://schemas.microsoft.com/office/drawing/2014/main" id="{BE2114DD-4435-77AF-FDE4-23826CEC5E4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0369" y="401274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2;p2">
            <a:extLst>
              <a:ext uri="{FF2B5EF4-FFF2-40B4-BE49-F238E27FC236}">
                <a16:creationId xmlns:a16="http://schemas.microsoft.com/office/drawing/2014/main" id="{D6091D36-3C5E-680D-A2E2-53637F66209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68345" y="4012746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3026" y="1325733"/>
            <a:ext cx="2748374" cy="450356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 is walking his alligator.</a:t>
            </a:r>
            <a:endParaRPr/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9481" y="599533"/>
            <a:ext cx="6183943" cy="547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70F4DE-7202-005A-D3CF-7096F98555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4527" y="4208439"/>
            <a:ext cx="1403366" cy="5847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DF6C4E-8C36-1DBF-B2B4-0E2FADC3F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160" y="3894987"/>
            <a:ext cx="1439628" cy="9742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8BE2B5-8D94-D2B8-3E6D-3504AF69C3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8892" y="3894987"/>
            <a:ext cx="1439628" cy="974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981200" y="5748363"/>
            <a:ext cx="82296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Ella stands up and </a:t>
            </a:r>
            <a:r>
              <a:rPr lang="en-CN" sz="3000" b="1">
                <a:solidFill>
                  <a:schemeClr val="dk1"/>
                </a:solidFill>
              </a:rPr>
              <a:t>sits her plate of cookies on the ground.</a:t>
            </a:r>
            <a:endParaRPr/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481" y="599533"/>
            <a:ext cx="6183943" cy="547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8155" y="258233"/>
            <a:ext cx="4066877" cy="557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CC5DA8-52AF-AD2F-2BD9-4961BF7A4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6822" y="5034789"/>
            <a:ext cx="1403366" cy="584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22FC3C-C81C-3708-6147-E4BBCA5359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4455" y="4721337"/>
            <a:ext cx="1439628" cy="9742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96F5AA-8534-DE3C-5B14-BCA3A0B869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187" y="4721337"/>
            <a:ext cx="1439628" cy="9742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1981200" y="5748363"/>
            <a:ext cx="82296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 no! The alligator breaks free from the </a:t>
            </a:r>
            <a:r>
              <a:rPr lang="en-CN" sz="3000" b="1">
                <a:solidFill>
                  <a:schemeClr val="dk1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leash!</a:t>
            </a:r>
            <a:endParaRPr/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5432" y="409771"/>
            <a:ext cx="3582374" cy="552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5742" y="3367008"/>
            <a:ext cx="3204307" cy="231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8155" y="258233"/>
            <a:ext cx="4066877" cy="557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A58809-AEAD-DF4A-CADF-1A860D36D7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6822" y="5034789"/>
            <a:ext cx="1403366" cy="584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B4EEEB-933E-B26C-B83D-43106F2138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4455" y="4721337"/>
            <a:ext cx="1439628" cy="9742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EDD4DB-3CED-D42F-60BF-E8FFA5588C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187" y="4721337"/>
            <a:ext cx="1439628" cy="9742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8155" y="258233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alligator eats 2 of Ella’s cookies!</a:t>
            </a:r>
            <a:endParaRPr/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45431" y="266017"/>
            <a:ext cx="3675649" cy="5664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11167" y="3324726"/>
            <a:ext cx="3204307" cy="2326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31758" y="3743729"/>
            <a:ext cx="1537779" cy="77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69318" y="3906043"/>
            <a:ext cx="1537779" cy="77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0605" y="258233"/>
            <a:ext cx="3209707" cy="54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E943CE-5A10-48F0-929B-A316D43C9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0884" y="5141487"/>
            <a:ext cx="1403366" cy="4356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3354" y="574220"/>
            <a:ext cx="3733835" cy="5116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89654" y="-4737"/>
            <a:ext cx="4156315" cy="569569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 still has 5 cookies. Ella now </a:t>
            </a: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0 </a:t>
            </a: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cookies.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5334" y="4101222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72340" y="3966192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2922150" y="3988523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246589" y="3966191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057384" y="3916008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246100" y="3883744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2826311" y="3899876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45878" y="3270237"/>
            <a:ext cx="3204307" cy="2326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6469" y="3689240"/>
            <a:ext cx="1537779" cy="77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04029" y="3851554"/>
            <a:ext cx="1537779" cy="77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79</Words>
  <Application>Microsoft Macintosh PowerPoint</Application>
  <PresentationFormat>Widescreen</PresentationFormat>
  <Paragraphs>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Katie Lan</dc:creator>
  <cp:lastModifiedBy>Katie Lan</cp:lastModifiedBy>
  <cp:revision>5</cp:revision>
  <dcterms:created xsi:type="dcterms:W3CDTF">2026-05-01T23:47:31Z</dcterms:created>
  <dcterms:modified xsi:type="dcterms:W3CDTF">2026-07-08T18:19:31Z</dcterms:modified>
</cp:coreProperties>
</file>