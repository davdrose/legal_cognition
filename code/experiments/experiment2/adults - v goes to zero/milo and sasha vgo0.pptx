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70" r:id="rId2"/>
    <p:sldId id="271" r:id="rId3"/>
    <p:sldId id="272" r:id="rId4"/>
    <p:sldId id="273" r:id="rId5"/>
    <p:sldId id="282" r:id="rId6"/>
    <p:sldId id="283" r:id="rId7"/>
    <p:sldId id="277" r:id="rId8"/>
    <p:sldId id="278" r:id="rId9"/>
    <p:sldId id="279" r:id="rId10"/>
    <p:sldId id="281" r:id="rId11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712"/>
    <p:restoredTop sz="95409"/>
  </p:normalViewPr>
  <p:slideViewPr>
    <p:cSldViewPr snapToGrid="0">
      <p:cViewPr varScale="1">
        <p:scale>
          <a:sx n="102" d="100"/>
          <a:sy n="102" d="100"/>
        </p:scale>
        <p:origin x="200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13CA06-3532-8149-B1A9-7B7B5D6D50D9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B905F9-A020-D749-BF7B-817DC1A52C4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23294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7B79C-3476-76AC-0DD8-A6C0EE4E5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C91BA7-38C2-F997-D92E-023FC3C40A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A6E537-4EDB-977D-0B8A-3CD72E936F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99CED7-3E3F-71D1-D2E8-68AA11C5B8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959046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CE57D-6BA6-E545-E89D-E6B7F10CA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0B48E3-3BFA-1DAB-CACC-0B4EF6BA17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B0B01B-97B6-D494-865E-B2CAC7CA04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661A7D-A009-E3C2-3DF0-DAAEB51DBD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8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179845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04828-8FBC-DE9D-9C99-9A40899DF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5CF04B-EE14-EE04-8717-6313898481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F909E-EB72-5403-5A7E-33C0DAF77F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956F0-736B-B989-30F3-4D5C66383B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9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955654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5F459-DBBF-3F8C-2CF9-4BA48DB45F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A70B83-C145-4770-4DE0-078629A44E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23D15-7ECB-B330-1D70-152793690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F0B3-CA30-7E43-AC99-C263E9572C0D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E45552-CE6D-002B-3776-F9A6F2B9E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8CBD2-9742-3AB1-D48F-1D0E15958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951C-E284-034E-9FEF-6856260830D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96718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F96EB-9C51-09F6-3130-252636B46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9D66E-F13C-F7D6-407E-CBAE285C3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759E7-C274-52AA-A654-FB8379947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F0B3-CA30-7E43-AC99-C263E9572C0D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56C36-67C1-879E-93DB-585D7166C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6C9A1-0C94-4E6D-CCEB-1B4B033B9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951C-E284-034E-9FEF-6856260830D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11165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C7CE2-85DB-FAC4-CD39-9D09F2A9C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CC7B9-4F2E-20C0-177F-F31DBD4C6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E33C9C-F0BB-8B9D-4161-316E9A9E4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F0B3-CA30-7E43-AC99-C263E9572C0D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7B5F8-6B43-32C2-7DBD-BDC065B7F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57B8FC-0612-DAAF-CD22-A1E92E110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951C-E284-034E-9FEF-6856260830D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30035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BD621-9C01-29A2-63A6-D4FCA10FE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4F404-29C3-8EB6-22A0-03883109A1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B210C4-2B04-F88F-0F0C-BC10EE0F0F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C8E091-809D-EE76-B21A-567DFEAE3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F0B3-CA30-7E43-AC99-C263E9572C0D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9EEE47-DE42-1321-E825-22E383004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7BFBE2-4385-6620-1DEB-B766780BB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951C-E284-034E-9FEF-6856260830D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00671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BC809-9FDD-5691-1076-C1AA4BD0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60DAF6-B2AA-B290-15E6-F035243398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E91AF9-1DA9-2804-0818-BD0D2F871E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0C6FF9-F795-9D22-DA2B-0D912A51E9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980BB8-6F56-67BE-02EE-439FC6E6A2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434A0E-0271-F1F1-50B0-5C197DB00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F0B3-CA30-7E43-AC99-C263E9572C0D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41384E-3FE4-40E0-A89F-DA1321BA5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B3CC63-DEE3-C77A-1AB4-0B713400E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951C-E284-034E-9FEF-6856260830D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41438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BDC88-F62F-7A77-6A6E-F4EC8E3A1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9C6132-320F-43F0-9874-24C331BBC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F0B3-CA30-7E43-AC99-C263E9572C0D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D5EC13-A8F0-4556-34D9-B647229D9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68C51D-B56C-16DE-BC00-06ADFDEBC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951C-E284-034E-9FEF-6856260830D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57166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10F818-0924-6DD2-F65F-5A8209378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F0B3-CA30-7E43-AC99-C263E9572C0D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1C6397-B79B-DAAA-516D-00BE50013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18F66A-BEF1-E0CB-1D60-D83638D82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951C-E284-034E-9FEF-6856260830D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52088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4AB7B-E505-2B06-7AA4-0C893CBFC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6A40A-4E36-413B-82D5-3BEA66DCF7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9C8F6D-499D-B677-13CA-FCD24AA597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1676D5-FD4D-07BF-3308-2AB7CE474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F0B3-CA30-7E43-AC99-C263E9572C0D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979ABE-701B-A144-CF28-7A263F530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3A38C9-B08A-795E-4590-802BB605A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951C-E284-034E-9FEF-6856260830D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9724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FC798-BD72-9A5F-4C13-110E2B11E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A109CB-C821-5036-4CBB-16FB9B70BD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E18737-A50E-8346-3A7D-CD67CF2BA1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8FA554-873E-409A-1BC4-4104F345D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F0B3-CA30-7E43-AC99-C263E9572C0D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180AE6-6340-0508-C6E8-4652ABD74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A2B844-6895-54AC-AE7D-08EB45708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951C-E284-034E-9FEF-6856260830D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10357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06B07-CB0E-A234-B469-6D1317959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7836A7-90BB-5F61-D583-3C350F21BE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6CAE6-486E-41A8-9BDF-075F446D8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F0B3-CA30-7E43-AC99-C263E9572C0D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BEBB8-D688-B32F-FFA7-C41A92058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486E08-FD8E-0872-BB55-36D74AC47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951C-E284-034E-9FEF-6856260830D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92361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DEFE1D-81E8-2168-987E-8BBD6E7CA5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DC6BBA-4AB4-2AC7-02A9-467950C08B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5A315-DBFF-07B1-E1D2-6ACAFC378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F0B3-CA30-7E43-AC99-C263E9572C0D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1121E-4C91-BE94-B006-5875FC0B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717CD-57B7-C732-18DC-328F62C38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951C-E284-034E-9FEF-6856260830D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30734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982928-E139-B9D5-18B4-E6F224FC0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CA8AD2-5C06-D2E6-B8EA-294D85249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837CC-055B-0510-8226-0C831BB033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BFF0B3-CA30-7E43-AC99-C263E9572C0D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19C0D-5777-C491-B994-B7B10B5371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637D3-EDB9-B136-100D-0BB2067D76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B5951C-E284-034E-9FEF-6856260830D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79907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0F2B4-9D12-0DB9-A710-D57E0BD23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E1D1830-6017-CC82-71B1-F5AE4D529DE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3177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Milo.png">
            <a:extLst>
              <a:ext uri="{FF2B5EF4-FFF2-40B4-BE49-F238E27FC236}">
                <a16:creationId xmlns:a16="http://schemas.microsoft.com/office/drawing/2014/main" id="{744EDD64-BD80-D3D6-AC8A-9D8A7A17E3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1692" y="641312"/>
            <a:ext cx="4251158" cy="53698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3AA2AD-3468-424C-3998-06E3BA272631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This is Milo.</a:t>
            </a:r>
          </a:p>
        </p:txBody>
      </p:sp>
    </p:spTree>
    <p:extLst>
      <p:ext uri="{BB962C8B-B14F-4D97-AF65-F5344CB8AC3E}">
        <p14:creationId xmlns:p14="http://schemas.microsoft.com/office/powerpoint/2010/main" val="1912843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16C83-3651-6528-5771-DA094C2AD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00BEB876-0DF4-5964-B192-8D0A8415162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3177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Milo.png">
            <a:extLst>
              <a:ext uri="{FF2B5EF4-FFF2-40B4-BE49-F238E27FC236}">
                <a16:creationId xmlns:a16="http://schemas.microsoft.com/office/drawing/2014/main" id="{1577B1E7-2848-7FDE-6A59-36DB42B67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1692" y="641312"/>
            <a:ext cx="4251158" cy="536988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821C95C-E14B-6687-F0A5-058744C38DF5}"/>
              </a:ext>
            </a:extLst>
          </p:cNvPr>
          <p:cNvSpPr txBox="1"/>
          <p:nvPr/>
        </p:nvSpPr>
        <p:spPr>
          <a:xfrm>
            <a:off x="3192651" y="5734196"/>
            <a:ext cx="5806698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Milo has 5 cookies.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3BFB73-0260-8449-7830-9E496D6EC9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2633" y="4241814"/>
            <a:ext cx="1304201" cy="4048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BA2F2F-787E-DE55-16FA-D02B4F3E28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9487" y="4060375"/>
            <a:ext cx="1337902" cy="6744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6141CF-2CE7-F0E8-0199-781971BD77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7901" y="3976185"/>
            <a:ext cx="1337902" cy="6744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A144247-5C6E-DBC5-6629-038579D4D4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4948" y="3976185"/>
            <a:ext cx="1337902" cy="6744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0FFF628-AD49-E2F1-4296-082C3EBCF3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8933" y="3906418"/>
            <a:ext cx="1337902" cy="6744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6FD31A0-1B1C-F8AB-F2A4-00BEA4E9AB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1333" y="4058818"/>
            <a:ext cx="1337902" cy="674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142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02F37-547E-C6E5-6BEB-AECD51A01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6EFC9E-18AB-655E-6032-31DBC2310AE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3177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Sasha.png">
            <a:extLst>
              <a:ext uri="{FF2B5EF4-FFF2-40B4-BE49-F238E27FC236}">
                <a16:creationId xmlns:a16="http://schemas.microsoft.com/office/drawing/2014/main" id="{CC2CE0CF-5A09-41A1-0CAB-33782C6A1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832" y="264300"/>
            <a:ext cx="4066877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C80D094-F7B7-8717-1B50-12102C22ABDD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This is Sasha.</a:t>
            </a:r>
          </a:p>
        </p:txBody>
      </p:sp>
    </p:spTree>
    <p:extLst>
      <p:ext uri="{BB962C8B-B14F-4D97-AF65-F5344CB8AC3E}">
        <p14:creationId xmlns:p14="http://schemas.microsoft.com/office/powerpoint/2010/main" val="4073781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533D0-F14A-3F36-B9CC-5E7D3ED75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F563913-8C85-CC74-889F-D2B1FCD5321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3177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Sasha.png">
            <a:extLst>
              <a:ext uri="{FF2B5EF4-FFF2-40B4-BE49-F238E27FC236}">
                <a16:creationId xmlns:a16="http://schemas.microsoft.com/office/drawing/2014/main" id="{A464FCAC-5900-4820-4BBE-B9D76AE25B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832" y="264300"/>
            <a:ext cx="4066877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3C2509-1F91-F0E0-7133-D4D65CFC43A8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Sasha has 2 cookies.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F02C84-C23B-E819-7066-C0B856F679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3094" y="4166657"/>
            <a:ext cx="1027288" cy="3188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12BB92D-C544-89B6-79D7-197C274065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7103" y="3985218"/>
            <a:ext cx="1053833" cy="5312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FBCB19-F1BF-BEC8-3E7C-B4B137D36A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2540" y="3985218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645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AEB3B-6722-10C8-5134-1717D9469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86E5687-75B9-E4E3-6297-5589EED2B44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3177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Sasha.png">
            <a:extLst>
              <a:ext uri="{FF2B5EF4-FFF2-40B4-BE49-F238E27FC236}">
                <a16:creationId xmlns:a16="http://schemas.microsoft.com/office/drawing/2014/main" id="{9CCF77F6-E2C1-733D-4761-2DEF80722E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832" y="264300"/>
            <a:ext cx="4066877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4C58E7-6CBF-9705-820C-DFDB5404194F}"/>
              </a:ext>
            </a:extLst>
          </p:cNvPr>
          <p:cNvSpPr txBox="1"/>
          <p:nvPr/>
        </p:nvSpPr>
        <p:spPr>
          <a:xfrm>
            <a:off x="3192651" y="5734196"/>
            <a:ext cx="5806698" cy="10156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Sasha puts her cookies on the ground.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A8C67C-B830-E2D0-AC8F-240C409CE0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6974" y="5226413"/>
            <a:ext cx="1027288" cy="3188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7EF79F8-D488-EE46-B90F-11DAB44334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0983" y="5044974"/>
            <a:ext cx="1053833" cy="5312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6F89CE2-AA36-FDCD-6C67-76D217A7D5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3792" y="5042137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524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6FDC6-E03A-4240-A8C7-E7A62ED7E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7E16ED4-C90B-4C21-0B17-0C442DC58FD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3177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BA49B75-CEA8-F0D6-D012-FD8AE12C7390}"/>
              </a:ext>
            </a:extLst>
          </p:cNvPr>
          <p:cNvSpPr txBox="1"/>
          <p:nvPr/>
        </p:nvSpPr>
        <p:spPr>
          <a:xfrm>
            <a:off x="3192651" y="5734196"/>
            <a:ext cx="5806698" cy="10156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Sasha walks away from her cookies.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6CA33AD-65D9-AC47-796D-B4F8F27E6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6974" y="5226413"/>
            <a:ext cx="1027288" cy="3188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622BD44-71AE-4CF3-CA66-E980D123B2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0983" y="5044974"/>
            <a:ext cx="1053833" cy="5312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975DB36-C74D-0229-894F-D7B954CA4F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3792" y="5042137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844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4D741-FAC1-00B3-5707-86328EB31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E45E4009-C750-E11C-722E-A5B947AA301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3177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BBE0E39-5825-7F72-E5CE-142162B11CCF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Milo is angry.</a:t>
            </a:r>
            <a:endParaRPr lang="en-CN" sz="30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A5C3599-9E87-F801-BF1C-A5BCDB08A4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891960" y="89210"/>
            <a:ext cx="3682603" cy="564838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BDD6DCA-9B76-D170-B872-775DCD276E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6974" y="5226413"/>
            <a:ext cx="1027288" cy="3188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17F6AD9-4251-D7B3-FD97-B8A9CA0B93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0983" y="5044974"/>
            <a:ext cx="1053833" cy="5312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E967586-F577-0DE9-F72E-4233C0A5B9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3792" y="5042137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881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F7C20-83CD-CCD8-0931-0646C5350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883FF42-C2EE-B225-B835-659FAE6BF88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3177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E1374A-6809-8D6C-B752-7AE03218C6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8970" y="57185"/>
            <a:ext cx="3682603" cy="563013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C9E85F3-6BE9-25D6-D575-EE0C4E97711F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He walks over.</a:t>
            </a:r>
            <a:endParaRPr lang="en-CN" sz="30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48BC3A7-7FFD-88E6-028A-1F471C023B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6974" y="5226413"/>
            <a:ext cx="1027288" cy="31887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F815B35-7BCF-8B06-B7E8-DFD2DA0352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0983" y="5044974"/>
            <a:ext cx="1053833" cy="5312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45CD63B-E53D-7849-02EB-F954EE71AF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3792" y="5042137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458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FF272-D454-5976-D061-0808C4104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196AD039-72EA-F387-6806-51C8788D499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3177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A97A030-D975-1C16-42A6-536DEDBB40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5773" y="-58187"/>
            <a:ext cx="4115035" cy="56394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2D5E57A-457B-6752-468F-59ED9FF7D4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581075" y="0"/>
            <a:ext cx="5029850" cy="593264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EAF3F1A-66A0-B6A4-6BD5-A9D971495299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/>
              <a:t>And hits 2 of Sasha’s cookies!</a:t>
            </a:r>
            <a:endParaRPr lang="en-CN" sz="3000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D1F17A2-233B-DFD5-2FAC-DB4552E0CA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46092">
            <a:off x="6873038" y="3324633"/>
            <a:ext cx="1053833" cy="53125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CF5B3AE-F336-9F79-B420-6C1081D4D5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841334">
            <a:off x="7232968" y="3677578"/>
            <a:ext cx="1053833" cy="5312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80E5E49-8D26-0230-D70A-97EE984B01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6974" y="5226413"/>
            <a:ext cx="1027288" cy="318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0114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B28B9-24AD-CDB0-565D-879EC5185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5558EB-AC0A-D28E-925E-BC5FA1D217A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3177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Sasha.png">
            <a:extLst>
              <a:ext uri="{FF2B5EF4-FFF2-40B4-BE49-F238E27FC236}">
                <a16:creationId xmlns:a16="http://schemas.microsoft.com/office/drawing/2014/main" id="{BCA58B08-CF64-7A50-C3DB-C5D8D29984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1063" y="707206"/>
            <a:ext cx="3746126" cy="4889590"/>
          </a:xfrm>
          <a:prstGeom prst="rect">
            <a:avLst/>
          </a:prstGeom>
        </p:spPr>
      </p:pic>
      <p:pic>
        <p:nvPicPr>
          <p:cNvPr id="4" name="Picture 3" descr="Milo.png">
            <a:extLst>
              <a:ext uri="{FF2B5EF4-FFF2-40B4-BE49-F238E27FC236}">
                <a16:creationId xmlns:a16="http://schemas.microsoft.com/office/drawing/2014/main" id="{A6B494FA-B845-081A-E6E9-C3429EF3D9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4811" y="465115"/>
            <a:ext cx="4251158" cy="536988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42E65E0-B52A-82C9-123D-92EC37FC1305}"/>
              </a:ext>
            </a:extLst>
          </p:cNvPr>
          <p:cNvSpPr txBox="1"/>
          <p:nvPr/>
        </p:nvSpPr>
        <p:spPr>
          <a:xfrm>
            <a:off x="2239500" y="5596796"/>
            <a:ext cx="8229600" cy="10156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 sz="3000"/>
            </a:pPr>
            <a:r>
              <a:rPr lang="en-US" sz="3000" b="1" dirty="0"/>
              <a:t>Milo still has 5 cookies. Sasha </a:t>
            </a:r>
            <a:r>
              <a:rPr lang="en-US" sz="3000" b="1"/>
              <a:t>now has 0 </a:t>
            </a:r>
            <a:r>
              <a:rPr lang="en-US" sz="3000" b="1" dirty="0"/>
              <a:t>cookies.</a:t>
            </a:r>
            <a:endParaRPr lang="en-CN" sz="4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08D075-1486-25A9-8448-027FAD0335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5334" y="4101222"/>
            <a:ext cx="1027288" cy="3188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0B02584-3C5F-29A8-AD6C-8AA904F795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6823" y="4169375"/>
            <a:ext cx="1027288" cy="31887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B0FA563-19FC-D6BA-4512-9CCB6A682BF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826633" y="4191706"/>
            <a:ext cx="457200" cy="2240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628228D-8977-27A6-CC1E-6DC5FBBB33B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3151072" y="4169374"/>
            <a:ext cx="457200" cy="2240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2DD70C8-84BD-9E94-C483-74DF115F9C3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961867" y="4119191"/>
            <a:ext cx="457200" cy="22402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628228D-8977-27A6-CC1E-6DC5FBBB33B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3150583" y="4049349"/>
            <a:ext cx="457200" cy="2240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4FBD8AC-684F-E02D-6030-53482B73C59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831002" y="4052955"/>
            <a:ext cx="457200" cy="2240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73D7933-C9E3-7926-FA67-2FAFF96FEE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6304720" y="5050421"/>
            <a:ext cx="812666" cy="4113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0D7C0E-46BF-4C5F-9041-764798C8364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5956284" y="4915409"/>
            <a:ext cx="812666" cy="411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385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63</Words>
  <Application>Microsoft Macintosh PowerPoint</Application>
  <PresentationFormat>Widescreen</PresentationFormat>
  <Paragraphs>13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Katie Lan</dc:creator>
  <cp:lastModifiedBy>Katie Lan</cp:lastModifiedBy>
  <cp:revision>29</cp:revision>
  <dcterms:created xsi:type="dcterms:W3CDTF">2026-05-04T06:00:58Z</dcterms:created>
  <dcterms:modified xsi:type="dcterms:W3CDTF">2026-07-08T18:25:20Z</dcterms:modified>
</cp:coreProperties>
</file>