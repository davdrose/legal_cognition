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1" r:id="rId2"/>
    <p:sldId id="270" r:id="rId3"/>
    <p:sldId id="273" r:id="rId4"/>
    <p:sldId id="272" r:id="rId5"/>
    <p:sldId id="282" r:id="rId6"/>
    <p:sldId id="283" r:id="rId7"/>
    <p:sldId id="284" r:id="rId8"/>
    <p:sldId id="278" r:id="rId9"/>
    <p:sldId id="281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81"/>
    <p:restoredTop sz="94548"/>
  </p:normalViewPr>
  <p:slideViewPr>
    <p:cSldViewPr snapToGrid="0">
      <p:cViewPr varScale="1">
        <p:scale>
          <a:sx n="108" d="100"/>
          <a:sy n="108" d="100"/>
        </p:scale>
        <p:origin x="22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E1E94-3DBD-F84D-9F2C-CEED7DC02AE8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83E9-CCF5-184B-A91E-8703E0A9A98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0960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4F5E6-469C-C35F-FDBB-C3ABDCAE4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D1359-ADCA-EF0F-F3EF-6EDA068E9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BA348-9780-8CC1-A9D8-0F12A5C4E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3D0F1-B542-8926-F3BF-99640B5D7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1027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5981-7A25-D811-2959-59A00DDBC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14382-B255-AA80-4435-F92E16B06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57DAE-AEC1-7786-1B0C-A847507FB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DD0DC-5348-0EE9-CDF6-C2463791E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14135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0DA6A-7060-A3A1-7CE3-608C7DDA6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E4418-3908-F63E-F36F-D19FF82BF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4ADCD-81AF-93D2-23F5-FBAC1F291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84903-3CA8-1CFA-4BA2-AD326588D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3372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1B88B-1F8F-ACB0-9EC5-EE4155C1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9497-3B96-21F5-C5DD-33094070B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0227F-5F7A-3BF6-E23A-8F30448F3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E791-5CE0-9B62-5AE8-85A47DC0F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027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52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246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23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504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137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08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78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514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68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90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427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56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3BFE-0BBF-8AFA-E664-CDB652A9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77E4A3-218C-D41F-9A6B-B0A8CD4CB7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270BF7-31FD-55EA-5D3B-4EBF93D5A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18FE6-390C-89F1-2A09-655EA1EAA9A4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Zoe.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84BF9C-3490-CE71-862E-7EEF839FF5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587A44-D745-8165-DCAB-47D27CB6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Zoe has 7 cookies.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5E7D1-7924-6A00-25D3-D0A9AEE53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7308C-A930-6932-3C49-6457E1EA5A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1141A-21B7-A022-28D9-932C95EE58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BB6C9-7607-1DF8-7473-D71B07F20A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C7610B-15DD-CDB0-AF27-0792179C97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714CCF-70F7-72B5-5891-CE7F96EFA2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C94244-3668-7D94-032E-9791B9C4C6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65948" y="4120919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B7BBA9-CED8-4F48-9E41-5B58AA9ADE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630676" y="4087761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8B7D-0693-AE95-0137-07EEBAAD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FCD29-C7A7-30BC-E752-1F858B4931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76ECA-652D-9098-0B6D-0DFF9055081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Rex.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B983F-22CD-E6BF-4EE0-1B9C23DB7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3" y="391382"/>
            <a:ext cx="4101697" cy="53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E1B7-53EE-6C36-6ECC-C2457D8B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C98AC11-C37A-EB98-6D51-2F409D2D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0EC46A-7A99-5C4B-00FA-826229392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3" y="391382"/>
            <a:ext cx="4101697" cy="5343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58770-2B8C-30CB-D54E-43D3754B220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Rex has 2 cookies.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509AA-6007-B9C7-EB1D-16D6230D9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C9F1B-991C-517F-EB4D-554704E498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DDEA4-EB5E-96A8-3A60-D6CEE9BEE2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674B1-0CBA-D4AF-408E-22ABCDC92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22B192C-CD16-69EC-228B-9F7CA2346D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6B5457-28D5-5B62-A688-79CDECE09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349" y="242720"/>
            <a:ext cx="4101697" cy="53438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8A8D14-2C60-9B6C-3E8D-9880E6FE6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E0868F-DD3A-3E37-FB7A-AC7C03DC6929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Zoe wants Rex to have fewer cookies.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4CBBAE-BB06-5B81-87C3-CB024662B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680" y="4138765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34B252-CD82-364B-E46D-28B590FFB2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252490" y="4161096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88F42A-DF55-5465-9B32-32D06D1CD99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576929" y="4138764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73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5B1E3-99B3-236F-8466-F6CEE1F89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52379A0-C70C-8D7C-DBB9-F88D0BDAFD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3967DC-8C59-9549-8DD8-1C646F9E1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349" y="242720"/>
            <a:ext cx="4101697" cy="53438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1F04CA-583E-15A6-F5AA-891FE8731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570165-FEF0-AC8A-6ABB-8CF5862ECBD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Rex puts his cookies on the ground.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F9BB80-A40F-9886-F89B-BA51C28E76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3927" y="5140469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68B65A-B1FD-F69B-1F0E-2A73B653CBB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133737" y="5162800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8EB9D9-E722-6CC7-F590-D56385AEF3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458176" y="5140468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9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9F89E-69EF-602E-D10C-7799398B3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88B77FA-7755-82E6-180A-A09E533AB1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12A25-6D58-60E2-26F1-30F0A3094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CB0628-62E9-EED9-B143-55D2B4BF23F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Rex walks away.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69D5F7-8BD9-F6F2-49DC-D91158B82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927" y="5140469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B852F3-3084-9B20-EF36-DCF610E0AB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133737" y="5162800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32187D-5D36-6025-2B49-C2E869936F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458176" y="5140468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64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FC63-A4F8-84E5-AF29-6C0C2808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0270E0-A249-7732-F45F-DBD78E4A1A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9EDF01-CA0C-32D5-D78F-A0694A6D2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748" y="0"/>
            <a:ext cx="4469350" cy="56258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59DBC9-D858-1FA9-B3D8-62F93050FFE0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Zoe throws 2 of Rex’s cookies!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27BAAF-9555-7691-7BF3-27A6819AE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3088">
            <a:off x="6895909" y="2759582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3B4092-71EF-27FC-97F4-71AC70333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81285">
            <a:off x="6773998" y="2416411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835F4A-BF04-6958-6212-5D9857AC6F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3927" y="5140469"/>
            <a:ext cx="1027288" cy="3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E9612DD-088F-3546-9C17-FAAE6FD8B0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9F7BAF-A4DD-F703-86DC-C3D5F0D48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07" y="285732"/>
            <a:ext cx="4101697" cy="53438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Zoe still has 7 cookies. Rex now </a:t>
            </a:r>
            <a:r>
              <a:rPr lang="en-US" sz="3000" b="1"/>
              <a:t>has 0 </a:t>
            </a:r>
            <a:r>
              <a:rPr lang="en-US" sz="3000" b="1" dirty="0"/>
              <a:t>cookies.</a:t>
            </a:r>
            <a:endParaRPr lang="en-CN" sz="4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722F5C-362B-6509-A530-E7AB2DB14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900" y="405646"/>
            <a:ext cx="4251158" cy="5363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C779D5-0F9C-D914-AB95-01EFEA3DF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815" y="4024500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E9AEE-68DC-643C-709C-A71498A157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185625" y="4046831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C5A89-C9FC-15BB-BFA4-939D0BD37C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510064" y="4024499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10609-3B3A-838A-F704-0A698EBD6C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320859" y="3974316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C2AE2-D4C7-709E-7E71-FC924FAF0A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509575" y="3942052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840C69-8096-0FED-0325-3CF48B3158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089786" y="3958184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774AE4-1F34-5D24-5C73-47361C309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1F41F-4326-D91B-F4CA-9147E0E3E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8C5BDC-34B5-52CD-D1CF-9635CD4E1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800" y="4138765"/>
            <a:ext cx="1027288" cy="31887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61BCDA2-924C-D4FD-602C-8783290C02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207796" y="3867313"/>
            <a:ext cx="457200" cy="2240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0B8B081-3D09-AE51-A2B7-0CB945C83C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370103" y="3835049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3899</TotalTime>
  <Words>64</Words>
  <Application>Microsoft Macintosh PowerPoint</Application>
  <PresentationFormat>Widescreen</PresentationFormat>
  <Paragraphs>13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23</cp:revision>
  <dcterms:created xsi:type="dcterms:W3CDTF">2026-05-02T00:02:28Z</dcterms:created>
  <dcterms:modified xsi:type="dcterms:W3CDTF">2026-07-08T18:17:42Z</dcterms:modified>
</cp:coreProperties>
</file>