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5" r:id="rId7"/>
    <p:sldId id="261" r:id="rId8"/>
    <p:sldId id="263" r:id="rId9"/>
    <p:sldId id="264" r:id="rId10"/>
  </p:sldIdLst>
  <p:sldSz cx="12192000" cy="6858000"/>
  <p:notesSz cx="6858000" cy="9144000"/>
  <p:embeddedFontLst>
    <p:embeddedFont>
      <p:font typeface="Play" pitchFamily="2" charset="0"/>
      <p:regular r:id="rId12"/>
      <p:bold r:id="rId1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7" roundtripDataSignature="AMtx7mgnYK6fndQNrO9ecb6BEpX3sywdyw==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David Rose" initials="" lastIdx="1" clrIdx="0"/>
  <p:cmAuthor id="1" name="Katie Lan" initials="" lastIdx="1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22"/>
    <p:restoredTop sz="94692"/>
  </p:normalViewPr>
  <p:slideViewPr>
    <p:cSldViewPr snapToGrid="0">
      <p:cViewPr varScale="1">
        <p:scale>
          <a:sx n="114" d="100"/>
          <a:sy n="114" d="100"/>
        </p:scale>
        <p:origin x="4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commentAuthors" Target="commentAuthors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customschemas.google.com/relationships/presentationmetadata" Target="metadata"/><Relationship Id="rId2" Type="http://schemas.openxmlformats.org/officeDocument/2006/relationships/slide" Target="slides/slide1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N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" name="Google Shape;12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" name="Google Shape;13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>
          <a:extLst>
            <a:ext uri="{FF2B5EF4-FFF2-40B4-BE49-F238E27FC236}">
              <a16:creationId xmlns:a16="http://schemas.microsoft.com/office/drawing/2014/main" id="{A030204F-816D-3F91-E38D-6304236248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6:notes">
            <a:extLst>
              <a:ext uri="{FF2B5EF4-FFF2-40B4-BE49-F238E27FC236}">
                <a16:creationId xmlns:a16="http://schemas.microsoft.com/office/drawing/2014/main" id="{C5C66ED4-B4FD-C912-B593-E877B793976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5" name="Google Shape;145;p6:notes">
            <a:extLst>
              <a:ext uri="{FF2B5EF4-FFF2-40B4-BE49-F238E27FC236}">
                <a16:creationId xmlns:a16="http://schemas.microsoft.com/office/drawing/2014/main" id="{7E5DD793-8564-23A4-B641-BC148D58795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" name="Google Shape;146;p6:notes">
            <a:extLst>
              <a:ext uri="{FF2B5EF4-FFF2-40B4-BE49-F238E27FC236}">
                <a16:creationId xmlns:a16="http://schemas.microsoft.com/office/drawing/2014/main" id="{D07D554F-6DFE-AE9B-E2E2-034E2F8E25E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N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93014632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5" name="Google Shape;145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" name="Google Shape;146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N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1" name="Google Shape;171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1" name="Google Shape;18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" name="Google Shape;18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3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3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8" name="Google Shape;28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4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14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>
            <a:endParaRPr/>
          </a:p>
        </p:txBody>
      </p:sp>
      <p:sp>
        <p:nvSpPr>
          <p:cNvPr id="34" name="Google Shape;34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1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1" name="Google Shape;41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1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7" name="Google Shape;47;p1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1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9" name="Google Shape;49;p1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8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8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18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9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9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20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1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21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sz="4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" name="Google Shape;14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1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p1"/>
          <p:cNvPicPr preferRelativeResize="0"/>
          <p:nvPr/>
        </p:nvPicPr>
        <p:blipFill rotWithShape="1">
          <a:blip r:embed="rId3">
            <a:alphaModFix/>
          </a:blip>
          <a:srcRect l="23952" t="9058" r="23952" b="23007"/>
          <a:stretch/>
        </p:blipFill>
        <p:spPr>
          <a:xfrm>
            <a:off x="1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"/>
          <p:cNvPicPr preferRelativeResize="0"/>
          <p:nvPr/>
        </p:nvPicPr>
        <p:blipFill rotWithShape="1">
          <a:blip r:embed="rId4">
            <a:alphaModFix/>
          </a:blip>
          <a:srcRect l="7640"/>
          <a:stretch/>
        </p:blipFill>
        <p:spPr>
          <a:xfrm>
            <a:off x="4352851" y="246888"/>
            <a:ext cx="3486298" cy="5487308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"/>
          <p:cNvSpPr txBox="1"/>
          <p:nvPr/>
        </p:nvSpPr>
        <p:spPr>
          <a:xfrm>
            <a:off x="3192651" y="5734196"/>
            <a:ext cx="5806698" cy="553998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N" sz="3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This is Catherine.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Google Shape;96;p2"/>
          <p:cNvPicPr preferRelativeResize="0"/>
          <p:nvPr/>
        </p:nvPicPr>
        <p:blipFill rotWithShape="1">
          <a:blip r:embed="rId3">
            <a:alphaModFix/>
          </a:blip>
          <a:srcRect l="23952" t="9058" r="23952" b="23007"/>
          <a:stretch/>
        </p:blipFill>
        <p:spPr>
          <a:xfrm>
            <a:off x="1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2"/>
          <p:cNvPicPr preferRelativeResize="0"/>
          <p:nvPr/>
        </p:nvPicPr>
        <p:blipFill rotWithShape="1">
          <a:blip r:embed="rId4">
            <a:alphaModFix/>
          </a:blip>
          <a:srcRect l="7640"/>
          <a:stretch/>
        </p:blipFill>
        <p:spPr>
          <a:xfrm>
            <a:off x="4352851" y="246888"/>
            <a:ext cx="3486298" cy="5487308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2"/>
          <p:cNvSpPr txBox="1"/>
          <p:nvPr/>
        </p:nvSpPr>
        <p:spPr>
          <a:xfrm>
            <a:off x="3192651" y="5734196"/>
            <a:ext cx="5806698" cy="553998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N" sz="3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Catherine has 7 cookies.</a:t>
            </a:r>
            <a:endParaRPr/>
          </a:p>
        </p:txBody>
      </p:sp>
      <p:pic>
        <p:nvPicPr>
          <p:cNvPr id="99" name="Google Shape;99;p2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890201" y="4116553"/>
            <a:ext cx="1027288" cy="31887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2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734210" y="3935114"/>
            <a:ext cx="1053833" cy="53125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2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652624" y="3850924"/>
            <a:ext cx="1053833" cy="53125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2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019671" y="3850924"/>
            <a:ext cx="1053833" cy="53125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2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863656" y="3781157"/>
            <a:ext cx="1053833" cy="53125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2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016056" y="3933557"/>
            <a:ext cx="1053833" cy="53125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2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934470" y="3737989"/>
            <a:ext cx="1053833" cy="53125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2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654976" y="3764506"/>
            <a:ext cx="1053833" cy="5312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Google Shape;112;p3"/>
          <p:cNvPicPr preferRelativeResize="0"/>
          <p:nvPr/>
        </p:nvPicPr>
        <p:blipFill rotWithShape="1">
          <a:blip r:embed="rId3">
            <a:alphaModFix/>
          </a:blip>
          <a:srcRect l="23952" t="9058" r="23952" b="23007"/>
          <a:stretch/>
        </p:blipFill>
        <p:spPr>
          <a:xfrm>
            <a:off x="1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070156" y="264421"/>
            <a:ext cx="3768993" cy="5469775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3"/>
          <p:cNvSpPr txBox="1"/>
          <p:nvPr/>
        </p:nvSpPr>
        <p:spPr>
          <a:xfrm>
            <a:off x="3192651" y="5734196"/>
            <a:ext cx="5806698" cy="553998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N" sz="3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Catherine has a pet wolf.</a:t>
            </a:r>
            <a:endParaRPr sz="30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5" name="Google Shape;115;p3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890201" y="4116553"/>
            <a:ext cx="1027288" cy="31887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3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734210" y="3935114"/>
            <a:ext cx="1053833" cy="53125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3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652624" y="3850924"/>
            <a:ext cx="1053833" cy="53125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3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019671" y="3850924"/>
            <a:ext cx="1053833" cy="53125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3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863656" y="3781157"/>
            <a:ext cx="1053833" cy="531259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3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016056" y="3933557"/>
            <a:ext cx="1053833" cy="531259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3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934470" y="3737989"/>
            <a:ext cx="1053833" cy="531259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3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654976" y="3764506"/>
            <a:ext cx="1053833" cy="5312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128;p4"/>
          <p:cNvPicPr preferRelativeResize="0"/>
          <p:nvPr/>
        </p:nvPicPr>
        <p:blipFill rotWithShape="1">
          <a:blip r:embed="rId3">
            <a:alphaModFix/>
          </a:blip>
          <a:srcRect l="23952" t="9058" r="23952" b="23007"/>
          <a:stretch/>
        </p:blipFill>
        <p:spPr>
          <a:xfrm>
            <a:off x="1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556889" y="246888"/>
            <a:ext cx="3409704" cy="564306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4"/>
          <p:cNvSpPr txBox="1"/>
          <p:nvPr/>
        </p:nvSpPr>
        <p:spPr>
          <a:xfrm>
            <a:off x="3192651" y="5734196"/>
            <a:ext cx="5806698" cy="553998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N" sz="3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This is Andy.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136;p5"/>
          <p:cNvPicPr preferRelativeResize="0"/>
          <p:nvPr/>
        </p:nvPicPr>
        <p:blipFill rotWithShape="1">
          <a:blip r:embed="rId3">
            <a:alphaModFix/>
          </a:blip>
          <a:srcRect l="23952" t="9058" r="23952" b="23007"/>
          <a:stretch/>
        </p:blipFill>
        <p:spPr>
          <a:xfrm>
            <a:off x="1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556889" y="246888"/>
            <a:ext cx="3409704" cy="5643060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5"/>
          <p:cNvSpPr txBox="1"/>
          <p:nvPr/>
        </p:nvSpPr>
        <p:spPr>
          <a:xfrm>
            <a:off x="3192651" y="5734196"/>
            <a:ext cx="5806698" cy="553998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N" sz="3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Andy has 2 cookies.</a:t>
            </a:r>
            <a:endParaRPr/>
          </a:p>
        </p:txBody>
      </p:sp>
      <p:pic>
        <p:nvPicPr>
          <p:cNvPr id="139" name="Google Shape;139;p5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552617" y="3870565"/>
            <a:ext cx="1291740" cy="400957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5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389792" y="3634452"/>
            <a:ext cx="1325119" cy="6680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5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653892" y="3639470"/>
            <a:ext cx="1325119" cy="6680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>
          <a:extLst>
            <a:ext uri="{FF2B5EF4-FFF2-40B4-BE49-F238E27FC236}">
              <a16:creationId xmlns:a16="http://schemas.microsoft.com/office/drawing/2014/main" id="{60226E72-5BF5-D039-6A87-B7CC52BCC7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Google Shape;148;p6">
            <a:extLst>
              <a:ext uri="{FF2B5EF4-FFF2-40B4-BE49-F238E27FC236}">
                <a16:creationId xmlns:a16="http://schemas.microsoft.com/office/drawing/2014/main" id="{43D6CBEF-4FED-B431-C364-4A4C79E990B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23952" t="9058" r="23952" b="23007"/>
          <a:stretch/>
        </p:blipFill>
        <p:spPr>
          <a:xfrm>
            <a:off x="1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6">
            <a:extLst>
              <a:ext uri="{FF2B5EF4-FFF2-40B4-BE49-F238E27FC236}">
                <a16:creationId xmlns:a16="http://schemas.microsoft.com/office/drawing/2014/main" id="{D2CF648F-9E2E-BF85-B6BF-A8E621177EF3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410269" y="1249662"/>
            <a:ext cx="2578586" cy="4262126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6">
            <a:extLst>
              <a:ext uri="{FF2B5EF4-FFF2-40B4-BE49-F238E27FC236}">
                <a16:creationId xmlns:a16="http://schemas.microsoft.com/office/drawing/2014/main" id="{453FB125-E80E-7215-5E25-96CDA5CAB8E2}"/>
              </a:ext>
            </a:extLst>
          </p:cNvPr>
          <p:cNvSpPr txBox="1"/>
          <p:nvPr/>
        </p:nvSpPr>
        <p:spPr>
          <a:xfrm>
            <a:off x="1981200" y="5511788"/>
            <a:ext cx="8229600" cy="1015663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N" sz="3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Andy and Catherine walk down the same street.</a:t>
            </a:r>
            <a:endParaRPr sz="60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1" name="Google Shape;151;p6">
            <a:extLst>
              <a:ext uri="{FF2B5EF4-FFF2-40B4-BE49-F238E27FC236}">
                <a16:creationId xmlns:a16="http://schemas.microsoft.com/office/drawing/2014/main" id="{BF9714BC-FB6C-7716-73AC-AD2E9C961777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981200" y="1920425"/>
            <a:ext cx="3780982" cy="3832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6">
            <a:extLst>
              <a:ext uri="{FF2B5EF4-FFF2-40B4-BE49-F238E27FC236}">
                <a16:creationId xmlns:a16="http://schemas.microsoft.com/office/drawing/2014/main" id="{71013216-A828-4D88-C05D-AE774BB41FAA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761489" y="3483224"/>
            <a:ext cx="1027288" cy="318871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6">
            <a:extLst>
              <a:ext uri="{FF2B5EF4-FFF2-40B4-BE49-F238E27FC236}">
                <a16:creationId xmlns:a16="http://schemas.microsoft.com/office/drawing/2014/main" id="{955634D7-633E-6928-FA1D-4C499E1AE9CC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605498" y="3301785"/>
            <a:ext cx="1053833" cy="531259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6">
            <a:extLst>
              <a:ext uri="{FF2B5EF4-FFF2-40B4-BE49-F238E27FC236}">
                <a16:creationId xmlns:a16="http://schemas.microsoft.com/office/drawing/2014/main" id="{CA09A906-20C6-FFA0-86C1-7F4F7FBD61D1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891903" y="3306803"/>
            <a:ext cx="1053833" cy="53125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8647998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Google Shape;148;p6"/>
          <p:cNvPicPr preferRelativeResize="0"/>
          <p:nvPr/>
        </p:nvPicPr>
        <p:blipFill rotWithShape="1">
          <a:blip r:embed="rId3">
            <a:alphaModFix/>
          </a:blip>
          <a:srcRect l="23952" t="9058" r="23952" b="23007"/>
          <a:stretch/>
        </p:blipFill>
        <p:spPr>
          <a:xfrm>
            <a:off x="1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6"/>
          <p:cNvSpPr txBox="1"/>
          <p:nvPr/>
        </p:nvSpPr>
        <p:spPr>
          <a:xfrm>
            <a:off x="1981200" y="5511788"/>
            <a:ext cx="8229600" cy="1015622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N" sz="30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Andy puts down his cookies and looks to the right.</a:t>
            </a:r>
            <a:endParaRPr sz="6000" b="1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1" name="Google Shape;151;p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981200" y="1920425"/>
            <a:ext cx="3780982" cy="3832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429820" y="5078010"/>
            <a:ext cx="1027288" cy="318871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6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273829" y="4896571"/>
            <a:ext cx="1053833" cy="531259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6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560234" y="4901589"/>
            <a:ext cx="1053833" cy="531259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E93FE073-0B1B-E4B0-9C8C-01B767A207A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89953" y="1170722"/>
            <a:ext cx="2306855" cy="426212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3" name="Google Shape;173;p8"/>
          <p:cNvPicPr preferRelativeResize="0"/>
          <p:nvPr/>
        </p:nvPicPr>
        <p:blipFill rotWithShape="1">
          <a:blip r:embed="rId3">
            <a:alphaModFix/>
          </a:blip>
          <a:srcRect l="23952" t="9058" r="23952" b="23007"/>
          <a:stretch/>
        </p:blipFill>
        <p:spPr>
          <a:xfrm>
            <a:off x="1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425182" y="1264849"/>
            <a:ext cx="2578586" cy="4186979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8"/>
          <p:cNvSpPr txBox="1"/>
          <p:nvPr/>
        </p:nvSpPr>
        <p:spPr>
          <a:xfrm>
            <a:off x="1933574" y="5790618"/>
            <a:ext cx="8229600" cy="553998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N" sz="3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Oh no! The wolf eats 2 of Andy’s cookies!</a:t>
            </a:r>
            <a:endParaRPr sz="60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6" name="Google Shape;176;p8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497942" y="1891509"/>
            <a:ext cx="4454544" cy="381118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8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687187" y="5230213"/>
            <a:ext cx="1027288" cy="3188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3" name="Google Shape;183;p9"/>
          <p:cNvPicPr preferRelativeResize="0"/>
          <p:nvPr/>
        </p:nvPicPr>
        <p:blipFill rotWithShape="1">
          <a:blip r:embed="rId3">
            <a:alphaModFix/>
          </a:blip>
          <a:srcRect l="23952" t="9058" r="23952" b="23007"/>
          <a:stretch/>
        </p:blipFill>
        <p:spPr>
          <a:xfrm>
            <a:off x="1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80573" y="968052"/>
            <a:ext cx="2807457" cy="46463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9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913385" y="1326256"/>
            <a:ext cx="2924317" cy="4254408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9"/>
          <p:cNvSpPr txBox="1"/>
          <p:nvPr/>
        </p:nvSpPr>
        <p:spPr>
          <a:xfrm>
            <a:off x="2239500" y="5596796"/>
            <a:ext cx="8229600" cy="1015663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N" sz="30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Catherine still has 7 cookies. Andy now has 0 cookies.</a:t>
            </a:r>
            <a:endParaRPr sz="44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7" name="Google Shape;187;p9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375543" y="3899484"/>
            <a:ext cx="2176346" cy="16322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9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951976" y="4245166"/>
            <a:ext cx="1027288" cy="318871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9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2795985" y="4063727"/>
            <a:ext cx="1053833" cy="53125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9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2714399" y="3979537"/>
            <a:ext cx="1053833" cy="53125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9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3081446" y="3979537"/>
            <a:ext cx="1053833" cy="53125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9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2925431" y="3909770"/>
            <a:ext cx="1053833" cy="53125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9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3077831" y="4062170"/>
            <a:ext cx="1053833" cy="53125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9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2996245" y="3866602"/>
            <a:ext cx="1053833" cy="53125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9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2716751" y="3893119"/>
            <a:ext cx="1053833" cy="53125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p9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763202" y="3926295"/>
            <a:ext cx="1027288" cy="3188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69</Words>
  <Application>Microsoft Macintosh PowerPoint</Application>
  <PresentationFormat>Widescreen</PresentationFormat>
  <Paragraphs>11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Katie Lan</dc:creator>
  <cp:lastModifiedBy>Katie Lan</cp:lastModifiedBy>
  <cp:revision>3</cp:revision>
  <dcterms:created xsi:type="dcterms:W3CDTF">2026-05-08T04:29:54Z</dcterms:created>
  <dcterms:modified xsi:type="dcterms:W3CDTF">2026-07-08T18:24:22Z</dcterms:modified>
</cp:coreProperties>
</file>