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5" r:id="rId7"/>
    <p:sldId id="261" r:id="rId8"/>
    <p:sldId id="263" r:id="rId9"/>
    <p:sldId id="264" r:id="rId10"/>
  </p:sldIdLst>
  <p:sldSz cx="12192000" cy="6858000"/>
  <p:notesSz cx="6858000" cy="9144000"/>
  <p:embeddedFontLst>
    <p:embeddedFont>
      <p:font typeface="Play" pitchFamily="2" charset="0"/>
      <p:regular r:id="rId12"/>
      <p:bold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gnYK6fndQNrO9ecb6BEpX3sywdyw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David Rose" initials="" lastIdx="1" clrIdx="0"/>
  <p:cmAuthor id="1" name="Katie Lan" initials="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58"/>
    <p:restoredTop sz="94692"/>
  </p:normalViewPr>
  <p:slideViewPr>
    <p:cSldViewPr snapToGrid="0">
      <p:cViewPr varScale="1">
        <p:scale>
          <a:sx n="114" d="100"/>
          <a:sy n="114" d="100"/>
        </p:scale>
        <p:origin x="3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N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A030204F-816D-3F91-E38D-630423624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>
            <a:extLst>
              <a:ext uri="{FF2B5EF4-FFF2-40B4-BE49-F238E27FC236}">
                <a16:creationId xmlns:a16="http://schemas.microsoft.com/office/drawing/2014/main" id="{C5C66ED4-B4FD-C912-B593-E877B79397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6:notes">
            <a:extLst>
              <a:ext uri="{FF2B5EF4-FFF2-40B4-BE49-F238E27FC236}">
                <a16:creationId xmlns:a16="http://schemas.microsoft.com/office/drawing/2014/main" id="{7E5DD793-8564-23A4-B641-BC148D5879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6:notes">
            <a:extLst>
              <a:ext uri="{FF2B5EF4-FFF2-40B4-BE49-F238E27FC236}">
                <a16:creationId xmlns:a16="http://schemas.microsoft.com/office/drawing/2014/main" id="{D07D554F-6DFE-AE9B-E2E2-034E2F8E25E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N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301463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N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8" name="Google Shape;28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1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9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0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1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1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/>
          <p:cNvPicPr preferRelativeResize="0"/>
          <p:nvPr/>
        </p:nvPicPr>
        <p:blipFill rotWithShape="1">
          <a:blip r:embed="rId3">
            <a:alphaModFix/>
          </a:blip>
          <a:srcRect l="23952" t="9058" r="23952" b="23007"/>
          <a:stretch/>
        </p:blipFill>
        <p:spPr>
          <a:xfrm>
            <a:off x="1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"/>
          <p:cNvPicPr preferRelativeResize="0"/>
          <p:nvPr/>
        </p:nvPicPr>
        <p:blipFill rotWithShape="1">
          <a:blip r:embed="rId4">
            <a:alphaModFix/>
          </a:blip>
          <a:srcRect l="7640"/>
          <a:stretch/>
        </p:blipFill>
        <p:spPr>
          <a:xfrm>
            <a:off x="4352851" y="246888"/>
            <a:ext cx="3486298" cy="5487308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N" sz="3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is Catherine.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2"/>
          <p:cNvPicPr preferRelativeResize="0"/>
          <p:nvPr/>
        </p:nvPicPr>
        <p:blipFill rotWithShape="1">
          <a:blip r:embed="rId3">
            <a:alphaModFix/>
          </a:blip>
          <a:srcRect l="23952" t="9058" r="23952" b="23007"/>
          <a:stretch/>
        </p:blipFill>
        <p:spPr>
          <a:xfrm>
            <a:off x="1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2"/>
          <p:cNvPicPr preferRelativeResize="0"/>
          <p:nvPr/>
        </p:nvPicPr>
        <p:blipFill rotWithShape="1">
          <a:blip r:embed="rId4">
            <a:alphaModFix/>
          </a:blip>
          <a:srcRect l="7640"/>
          <a:stretch/>
        </p:blipFill>
        <p:spPr>
          <a:xfrm>
            <a:off x="4352851" y="246888"/>
            <a:ext cx="3486298" cy="5487308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2"/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N" sz="3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Catherine has 7 cookies.</a:t>
            </a:r>
            <a:endParaRPr/>
          </a:p>
        </p:txBody>
      </p:sp>
      <p:pic>
        <p:nvPicPr>
          <p:cNvPr id="99" name="Google Shape;99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90201" y="4116553"/>
            <a:ext cx="1027288" cy="318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34210" y="3935114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52624" y="3850924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019671" y="3850924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863656" y="3781157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016056" y="3933557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934470" y="3737989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54976" y="3764506"/>
            <a:ext cx="1053833" cy="5312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3"/>
          <p:cNvPicPr preferRelativeResize="0"/>
          <p:nvPr/>
        </p:nvPicPr>
        <p:blipFill rotWithShape="1">
          <a:blip r:embed="rId3">
            <a:alphaModFix/>
          </a:blip>
          <a:srcRect l="23952" t="9058" r="23952" b="23007"/>
          <a:stretch/>
        </p:blipFill>
        <p:spPr>
          <a:xfrm>
            <a:off x="1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70156" y="264421"/>
            <a:ext cx="3768993" cy="546977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3"/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N" sz="3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Catherine has a pet wolf.</a:t>
            </a:r>
            <a:endParaRPr sz="30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5" name="Google Shape;115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90201" y="4116553"/>
            <a:ext cx="1027288" cy="318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34210" y="3935114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52624" y="3850924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019671" y="3850924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863656" y="3781157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016056" y="3933557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934470" y="3737989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54976" y="3764506"/>
            <a:ext cx="1053833" cy="5312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4"/>
          <p:cNvPicPr preferRelativeResize="0"/>
          <p:nvPr/>
        </p:nvPicPr>
        <p:blipFill rotWithShape="1">
          <a:blip r:embed="rId3">
            <a:alphaModFix/>
          </a:blip>
          <a:srcRect l="23952" t="9058" r="23952" b="23007"/>
          <a:stretch/>
        </p:blipFill>
        <p:spPr>
          <a:xfrm>
            <a:off x="1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56889" y="246888"/>
            <a:ext cx="3409704" cy="564306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4"/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N" sz="3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is Andy.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5"/>
          <p:cNvPicPr preferRelativeResize="0"/>
          <p:nvPr/>
        </p:nvPicPr>
        <p:blipFill rotWithShape="1">
          <a:blip r:embed="rId3">
            <a:alphaModFix/>
          </a:blip>
          <a:srcRect l="23952" t="9058" r="23952" b="23007"/>
          <a:stretch/>
        </p:blipFill>
        <p:spPr>
          <a:xfrm>
            <a:off x="1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56889" y="246888"/>
            <a:ext cx="3409704" cy="564306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5"/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N" sz="3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Andy has 7 cookies.</a:t>
            </a:r>
            <a:endParaRPr dirty="0"/>
          </a:p>
        </p:txBody>
      </p:sp>
      <p:pic>
        <p:nvPicPr>
          <p:cNvPr id="2" name="Google Shape;99;p2">
            <a:extLst>
              <a:ext uri="{FF2B5EF4-FFF2-40B4-BE49-F238E27FC236}">
                <a16:creationId xmlns:a16="http://schemas.microsoft.com/office/drawing/2014/main" id="{4A258BFD-E97B-6858-7991-954F9C1EB14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45243" y="3997284"/>
            <a:ext cx="1027288" cy="318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100;p2">
            <a:extLst>
              <a:ext uri="{FF2B5EF4-FFF2-40B4-BE49-F238E27FC236}">
                <a16:creationId xmlns:a16="http://schemas.microsoft.com/office/drawing/2014/main" id="{ACD17138-AC00-5C4D-65E7-E650DB3ABC5F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89252" y="3815845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01;p2">
            <a:extLst>
              <a:ext uri="{FF2B5EF4-FFF2-40B4-BE49-F238E27FC236}">
                <a16:creationId xmlns:a16="http://schemas.microsoft.com/office/drawing/2014/main" id="{EB1808F0-0558-1FCA-ACDF-5A8FED07D372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07666" y="3731655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02;p2">
            <a:extLst>
              <a:ext uri="{FF2B5EF4-FFF2-40B4-BE49-F238E27FC236}">
                <a16:creationId xmlns:a16="http://schemas.microsoft.com/office/drawing/2014/main" id="{17B1FD72-681D-E6E9-7AD8-8D2604D7AC02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874713" y="3731655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03;p2">
            <a:extLst>
              <a:ext uri="{FF2B5EF4-FFF2-40B4-BE49-F238E27FC236}">
                <a16:creationId xmlns:a16="http://schemas.microsoft.com/office/drawing/2014/main" id="{ABA2DF96-2ED1-0C18-1479-C7E62CCE2DE7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18698" y="3661888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04;p2">
            <a:extLst>
              <a:ext uri="{FF2B5EF4-FFF2-40B4-BE49-F238E27FC236}">
                <a16:creationId xmlns:a16="http://schemas.microsoft.com/office/drawing/2014/main" id="{753BE450-79ED-DC90-65C2-B294532BE82A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871098" y="3814288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05;p2">
            <a:extLst>
              <a:ext uri="{FF2B5EF4-FFF2-40B4-BE49-F238E27FC236}">
                <a16:creationId xmlns:a16="http://schemas.microsoft.com/office/drawing/2014/main" id="{7502FA97-DFCD-D771-D3A3-2A9A89067A0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89512" y="3618720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06;p2">
            <a:extLst>
              <a:ext uri="{FF2B5EF4-FFF2-40B4-BE49-F238E27FC236}">
                <a16:creationId xmlns:a16="http://schemas.microsoft.com/office/drawing/2014/main" id="{D7E4FCD4-391F-B498-709F-D985921DD267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10018" y="3645237"/>
            <a:ext cx="1053833" cy="5312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>
          <a:extLst>
            <a:ext uri="{FF2B5EF4-FFF2-40B4-BE49-F238E27FC236}">
              <a16:creationId xmlns:a16="http://schemas.microsoft.com/office/drawing/2014/main" id="{60226E72-5BF5-D039-6A87-B7CC52BCC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6">
            <a:extLst>
              <a:ext uri="{FF2B5EF4-FFF2-40B4-BE49-F238E27FC236}">
                <a16:creationId xmlns:a16="http://schemas.microsoft.com/office/drawing/2014/main" id="{43D6CBEF-4FED-B431-C364-4A4C79E990B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3952" t="9058" r="23952" b="23007"/>
          <a:stretch/>
        </p:blipFill>
        <p:spPr>
          <a:xfrm>
            <a:off x="1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6">
            <a:extLst>
              <a:ext uri="{FF2B5EF4-FFF2-40B4-BE49-F238E27FC236}">
                <a16:creationId xmlns:a16="http://schemas.microsoft.com/office/drawing/2014/main" id="{D2CF648F-9E2E-BF85-B6BF-A8E621177EF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10269" y="1249662"/>
            <a:ext cx="2578586" cy="426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6">
            <a:extLst>
              <a:ext uri="{FF2B5EF4-FFF2-40B4-BE49-F238E27FC236}">
                <a16:creationId xmlns:a16="http://schemas.microsoft.com/office/drawing/2014/main" id="{453FB125-E80E-7215-5E25-96CDA5CAB8E2}"/>
              </a:ext>
            </a:extLst>
          </p:cNvPr>
          <p:cNvSpPr txBox="1"/>
          <p:nvPr/>
        </p:nvSpPr>
        <p:spPr>
          <a:xfrm>
            <a:off x="1981200" y="5511788"/>
            <a:ext cx="8229600" cy="101566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N" sz="3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Andy and Catherine walk down the same street.</a:t>
            </a:r>
            <a:endParaRPr sz="60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1" name="Google Shape;151;p6">
            <a:extLst>
              <a:ext uri="{FF2B5EF4-FFF2-40B4-BE49-F238E27FC236}">
                <a16:creationId xmlns:a16="http://schemas.microsoft.com/office/drawing/2014/main" id="{BF9714BC-FB6C-7716-73AC-AD2E9C96177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81200" y="1920425"/>
            <a:ext cx="3780982" cy="383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99;p2">
            <a:extLst>
              <a:ext uri="{FF2B5EF4-FFF2-40B4-BE49-F238E27FC236}">
                <a16:creationId xmlns:a16="http://schemas.microsoft.com/office/drawing/2014/main" id="{B879CE34-1DAB-1426-F986-858E11493B8F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890892" y="3528390"/>
            <a:ext cx="1027288" cy="318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100;p2">
            <a:extLst>
              <a:ext uri="{FF2B5EF4-FFF2-40B4-BE49-F238E27FC236}">
                <a16:creationId xmlns:a16="http://schemas.microsoft.com/office/drawing/2014/main" id="{88143D95-263C-0243-B7A7-155C41B43553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34901" y="3346951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01;p2">
            <a:extLst>
              <a:ext uri="{FF2B5EF4-FFF2-40B4-BE49-F238E27FC236}">
                <a16:creationId xmlns:a16="http://schemas.microsoft.com/office/drawing/2014/main" id="{F32C410C-A70C-8FC5-6373-177D98679C9D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53315" y="3262761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02;p2">
            <a:extLst>
              <a:ext uri="{FF2B5EF4-FFF2-40B4-BE49-F238E27FC236}">
                <a16:creationId xmlns:a16="http://schemas.microsoft.com/office/drawing/2014/main" id="{6D3E7C63-D01D-6502-CD98-568475C3F5D8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020362" y="3262761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03;p2">
            <a:extLst>
              <a:ext uri="{FF2B5EF4-FFF2-40B4-BE49-F238E27FC236}">
                <a16:creationId xmlns:a16="http://schemas.microsoft.com/office/drawing/2014/main" id="{7FD04B20-74C1-D66C-DAC9-9BB32BA70079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864347" y="3192994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04;p2">
            <a:extLst>
              <a:ext uri="{FF2B5EF4-FFF2-40B4-BE49-F238E27FC236}">
                <a16:creationId xmlns:a16="http://schemas.microsoft.com/office/drawing/2014/main" id="{F7FB589A-5419-9454-6735-502F0E5E23D0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016747" y="3345394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05;p2">
            <a:extLst>
              <a:ext uri="{FF2B5EF4-FFF2-40B4-BE49-F238E27FC236}">
                <a16:creationId xmlns:a16="http://schemas.microsoft.com/office/drawing/2014/main" id="{316B6347-1170-C9CD-650D-4F3773E0E2F1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935161" y="3149826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06;p2">
            <a:extLst>
              <a:ext uri="{FF2B5EF4-FFF2-40B4-BE49-F238E27FC236}">
                <a16:creationId xmlns:a16="http://schemas.microsoft.com/office/drawing/2014/main" id="{815250E1-23B5-570E-D00D-9C2772921FAC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55667" y="3176343"/>
            <a:ext cx="1053833" cy="5312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64799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6"/>
          <p:cNvPicPr preferRelativeResize="0"/>
          <p:nvPr/>
        </p:nvPicPr>
        <p:blipFill rotWithShape="1">
          <a:blip r:embed="rId3">
            <a:alphaModFix/>
          </a:blip>
          <a:srcRect l="23952" t="9058" r="23952" b="23007"/>
          <a:stretch/>
        </p:blipFill>
        <p:spPr>
          <a:xfrm>
            <a:off x="1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6"/>
          <p:cNvSpPr txBox="1"/>
          <p:nvPr/>
        </p:nvSpPr>
        <p:spPr>
          <a:xfrm>
            <a:off x="1981200" y="5511788"/>
            <a:ext cx="8229600" cy="101562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N" sz="3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Andy puts down his cookies and looks to the right.</a:t>
            </a:r>
            <a:endParaRPr sz="60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1" name="Google Shape;151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81200" y="1920425"/>
            <a:ext cx="3780982" cy="383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93FE073-0B1B-E4B0-9C8C-01B767A207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9953" y="1170722"/>
            <a:ext cx="2306855" cy="4262126"/>
          </a:xfrm>
          <a:prstGeom prst="rect">
            <a:avLst/>
          </a:prstGeom>
        </p:spPr>
      </p:pic>
      <p:pic>
        <p:nvPicPr>
          <p:cNvPr id="3" name="Google Shape;99;p2">
            <a:extLst>
              <a:ext uri="{FF2B5EF4-FFF2-40B4-BE49-F238E27FC236}">
                <a16:creationId xmlns:a16="http://schemas.microsoft.com/office/drawing/2014/main" id="{D26AE021-F196-4870-AC9A-24624C153900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79919" y="5192917"/>
            <a:ext cx="1027288" cy="318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00;p2">
            <a:extLst>
              <a:ext uri="{FF2B5EF4-FFF2-40B4-BE49-F238E27FC236}">
                <a16:creationId xmlns:a16="http://schemas.microsoft.com/office/drawing/2014/main" id="{C1B8C0D7-4FA2-5583-860D-4A627549CDE8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123928" y="5011478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01;p2">
            <a:extLst>
              <a:ext uri="{FF2B5EF4-FFF2-40B4-BE49-F238E27FC236}">
                <a16:creationId xmlns:a16="http://schemas.microsoft.com/office/drawing/2014/main" id="{88E6F23A-0D9C-5C1E-09BD-4FD16B85851F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042342" y="4927288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02;p2">
            <a:extLst>
              <a:ext uri="{FF2B5EF4-FFF2-40B4-BE49-F238E27FC236}">
                <a16:creationId xmlns:a16="http://schemas.microsoft.com/office/drawing/2014/main" id="{38A341C1-49CA-E6BD-60B3-16BE0B40DFC5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09389" y="4927288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03;p2">
            <a:extLst>
              <a:ext uri="{FF2B5EF4-FFF2-40B4-BE49-F238E27FC236}">
                <a16:creationId xmlns:a16="http://schemas.microsoft.com/office/drawing/2014/main" id="{B0D2441C-CAA4-3769-EBB8-25594AE6EC06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53374" y="4857521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04;p2">
            <a:extLst>
              <a:ext uri="{FF2B5EF4-FFF2-40B4-BE49-F238E27FC236}">
                <a16:creationId xmlns:a16="http://schemas.microsoft.com/office/drawing/2014/main" id="{B2AD0132-1A85-D7E0-3E0D-1CB0C0856D1C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05774" y="5009921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05;p2">
            <a:extLst>
              <a:ext uri="{FF2B5EF4-FFF2-40B4-BE49-F238E27FC236}">
                <a16:creationId xmlns:a16="http://schemas.microsoft.com/office/drawing/2014/main" id="{601397F8-5FC7-3AB0-7F5C-44BA17452D93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24188" y="4814353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6;p2">
            <a:extLst>
              <a:ext uri="{FF2B5EF4-FFF2-40B4-BE49-F238E27FC236}">
                <a16:creationId xmlns:a16="http://schemas.microsoft.com/office/drawing/2014/main" id="{EA826255-8F50-B580-CDB3-4560D29A2FE3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044694" y="4840870"/>
            <a:ext cx="1053833" cy="5312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8"/>
          <p:cNvPicPr preferRelativeResize="0"/>
          <p:nvPr/>
        </p:nvPicPr>
        <p:blipFill rotWithShape="1">
          <a:blip r:embed="rId3">
            <a:alphaModFix/>
          </a:blip>
          <a:srcRect l="23952" t="9058" r="23952" b="23007"/>
          <a:stretch/>
        </p:blipFill>
        <p:spPr>
          <a:xfrm>
            <a:off x="1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25182" y="1264849"/>
            <a:ext cx="2578586" cy="4186979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8"/>
          <p:cNvSpPr txBox="1"/>
          <p:nvPr/>
        </p:nvSpPr>
        <p:spPr>
          <a:xfrm>
            <a:off x="1933574" y="5790618"/>
            <a:ext cx="8229600" cy="55399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N" sz="3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Oh no! The wolf eats 2 of Andy’s cookies!</a:t>
            </a:r>
            <a:endParaRPr sz="60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6" name="Google Shape;176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497942" y="1891509"/>
            <a:ext cx="4454544" cy="3811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99;p2">
            <a:extLst>
              <a:ext uri="{FF2B5EF4-FFF2-40B4-BE49-F238E27FC236}">
                <a16:creationId xmlns:a16="http://schemas.microsoft.com/office/drawing/2014/main" id="{32FD7BFB-0F19-DCC9-6A5C-E1D67D6E9325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79919" y="5192917"/>
            <a:ext cx="1027288" cy="318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100;p2">
            <a:extLst>
              <a:ext uri="{FF2B5EF4-FFF2-40B4-BE49-F238E27FC236}">
                <a16:creationId xmlns:a16="http://schemas.microsoft.com/office/drawing/2014/main" id="{AD67D61C-49B9-71D6-7C07-10C3D6E29D6B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123928" y="5011478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01;p2">
            <a:extLst>
              <a:ext uri="{FF2B5EF4-FFF2-40B4-BE49-F238E27FC236}">
                <a16:creationId xmlns:a16="http://schemas.microsoft.com/office/drawing/2014/main" id="{3A3503ED-1AA4-E614-EB3B-BB6414B16039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042342" y="4927288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02;p2">
            <a:extLst>
              <a:ext uri="{FF2B5EF4-FFF2-40B4-BE49-F238E27FC236}">
                <a16:creationId xmlns:a16="http://schemas.microsoft.com/office/drawing/2014/main" id="{94CB3FB0-3EB8-DEFD-155F-A21F83D13DFC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09389" y="4927288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03;p2">
            <a:extLst>
              <a:ext uri="{FF2B5EF4-FFF2-40B4-BE49-F238E27FC236}">
                <a16:creationId xmlns:a16="http://schemas.microsoft.com/office/drawing/2014/main" id="{ECAE6BA7-E37E-5187-8124-49CAD25D7936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53374" y="4857521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04;p2">
            <a:extLst>
              <a:ext uri="{FF2B5EF4-FFF2-40B4-BE49-F238E27FC236}">
                <a16:creationId xmlns:a16="http://schemas.microsoft.com/office/drawing/2014/main" id="{70FAE7C4-8A0F-66DF-DFFF-25908A4D3761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05774" y="5009921"/>
            <a:ext cx="1053833" cy="5312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9"/>
          <p:cNvPicPr preferRelativeResize="0"/>
          <p:nvPr/>
        </p:nvPicPr>
        <p:blipFill rotWithShape="1">
          <a:blip r:embed="rId3">
            <a:alphaModFix/>
          </a:blip>
          <a:srcRect l="23952" t="9058" r="23952" b="23007"/>
          <a:stretch/>
        </p:blipFill>
        <p:spPr>
          <a:xfrm>
            <a:off x="1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80573" y="968052"/>
            <a:ext cx="2807457" cy="4646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913385" y="1326256"/>
            <a:ext cx="2924317" cy="4254408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9"/>
          <p:cNvSpPr txBox="1"/>
          <p:nvPr/>
        </p:nvSpPr>
        <p:spPr>
          <a:xfrm>
            <a:off x="2239500" y="5596796"/>
            <a:ext cx="8229600" cy="101566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N" sz="3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Catherine still has 7 cookies. Andy now has 5 cookies.</a:t>
            </a:r>
            <a:endParaRPr sz="44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7" name="Google Shape;187;p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75543" y="3899484"/>
            <a:ext cx="2176346" cy="16322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951976" y="4245166"/>
            <a:ext cx="1027288" cy="318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9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795985" y="4063727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9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714399" y="3979537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9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081446" y="3979537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9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925431" y="3909770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9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077831" y="4062170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9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996245" y="3866602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9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716751" y="3893119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99;p2">
            <a:extLst>
              <a:ext uri="{FF2B5EF4-FFF2-40B4-BE49-F238E27FC236}">
                <a16:creationId xmlns:a16="http://schemas.microsoft.com/office/drawing/2014/main" id="{DE8FDC4E-E2C8-D87C-A2A6-CDBA06BB7B74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67520" y="4032507"/>
            <a:ext cx="1027288" cy="318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100;p2">
            <a:extLst>
              <a:ext uri="{FF2B5EF4-FFF2-40B4-BE49-F238E27FC236}">
                <a16:creationId xmlns:a16="http://schemas.microsoft.com/office/drawing/2014/main" id="{0F1F1753-2CB8-FB1C-47F3-51B997C11F01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611529" y="3851068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01;p2">
            <a:extLst>
              <a:ext uri="{FF2B5EF4-FFF2-40B4-BE49-F238E27FC236}">
                <a16:creationId xmlns:a16="http://schemas.microsoft.com/office/drawing/2014/main" id="{522401B9-98B8-DB6B-7A76-56B9303ACA2B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529943" y="3766878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02;p2">
            <a:extLst>
              <a:ext uri="{FF2B5EF4-FFF2-40B4-BE49-F238E27FC236}">
                <a16:creationId xmlns:a16="http://schemas.microsoft.com/office/drawing/2014/main" id="{692E0CCA-8C83-CC09-EF45-07C845D31AE8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896990" y="3766878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03;p2">
            <a:extLst>
              <a:ext uri="{FF2B5EF4-FFF2-40B4-BE49-F238E27FC236}">
                <a16:creationId xmlns:a16="http://schemas.microsoft.com/office/drawing/2014/main" id="{9287FF9D-DC5B-6376-6CE0-8154F0EE6CD6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740975" y="3697111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04;p2">
            <a:extLst>
              <a:ext uri="{FF2B5EF4-FFF2-40B4-BE49-F238E27FC236}">
                <a16:creationId xmlns:a16="http://schemas.microsoft.com/office/drawing/2014/main" id="{2D147610-95E3-AB5A-8E26-D19DE5182D29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893375" y="3849511"/>
            <a:ext cx="1053833" cy="5312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69</Words>
  <Application>Microsoft Macintosh PowerPoint</Application>
  <PresentationFormat>Widescreen</PresentationFormat>
  <Paragraphs>11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Katie Lan</dc:creator>
  <cp:lastModifiedBy>Katie Lan</cp:lastModifiedBy>
  <cp:revision>4</cp:revision>
  <dcterms:created xsi:type="dcterms:W3CDTF">2026-05-08T04:29:54Z</dcterms:created>
  <dcterms:modified xsi:type="dcterms:W3CDTF">2026-07-08T18:22:45Z</dcterms:modified>
</cp:coreProperties>
</file>