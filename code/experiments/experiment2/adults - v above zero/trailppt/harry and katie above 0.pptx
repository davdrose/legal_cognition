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Play" pitchFamily="2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8" roundtripDataSignature="AMtx7mjhwX4ZFwOoy5D4BrUlbAAA3gln6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David Rose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/>
    <p:restoredTop sz="94692"/>
  </p:normalViewPr>
  <p:slideViewPr>
    <p:cSldViewPr snapToGrid="0">
      <p:cViewPr varScale="1">
        <p:scale>
          <a:sx n="114" d="100"/>
          <a:sy n="114" d="100"/>
        </p:scale>
        <p:origin x="4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7-07T11:52:04.506" idx="1">
    <p:pos x="6000" y="0"/>
    <p:text>@katielx@stanford.edu it looks like you didn't make the changes I suggested in email. This should be:
Katie left her cookies unwrapped. Tony sat them at the edge of
the blanket. A gust of wind blows Katie's
cookies away
_Assigned to katielx@stanford.edu_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commentPostId="AAAB_VOAiqY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2" name="Google Shape;20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8" name="Google Shape;2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6.png"/><Relationship Id="rId9" Type="http://schemas.openxmlformats.org/officeDocument/2006/relationships/comments" Target="../comments/commen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 t="10365"/>
          <a:stretch/>
        </p:blipFill>
        <p:spPr>
          <a:xfrm>
            <a:off x="-18632" y="0"/>
            <a:ext cx="12210632" cy="68701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62562" y="284011"/>
            <a:ext cx="4066876" cy="557809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N"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is Katie.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 t="10365"/>
          <a:stretch/>
        </p:blipFill>
        <p:spPr>
          <a:xfrm>
            <a:off x="-18632" y="0"/>
            <a:ext cx="12210632" cy="68701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62562" y="284011"/>
            <a:ext cx="4066876" cy="557809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"/>
          <p:cNvSpPr txBox="1"/>
          <p:nvPr/>
        </p:nvSpPr>
        <p:spPr>
          <a:xfrm>
            <a:off x="3192651" y="5734196"/>
            <a:ext cx="5806698" cy="5847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N"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Katie has 5 cookies.</a:t>
            </a:r>
            <a:endParaRPr/>
          </a:p>
        </p:txBody>
      </p:sp>
      <p:pic>
        <p:nvPicPr>
          <p:cNvPr id="101" name="Google Shape;101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24350" y="4193886"/>
            <a:ext cx="1027288" cy="318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8359" y="4012447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6773" y="3928257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953820" y="3928257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97805" y="3858490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950205" y="4010890"/>
            <a:ext cx="1053833" cy="531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3"/>
          <p:cNvPicPr preferRelativeResize="0"/>
          <p:nvPr/>
        </p:nvPicPr>
        <p:blipFill rotWithShape="1">
          <a:blip r:embed="rId3">
            <a:alphaModFix/>
          </a:blip>
          <a:srcRect t="10365"/>
          <a:stretch/>
        </p:blipFill>
        <p:spPr>
          <a:xfrm>
            <a:off x="0" y="0"/>
            <a:ext cx="12210632" cy="68701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8399" y="432280"/>
            <a:ext cx="2860957" cy="5301916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"/>
          <p:cNvSpPr txBox="1"/>
          <p:nvPr/>
        </p:nvSpPr>
        <p:spPr>
          <a:xfrm>
            <a:off x="3192651" y="5734196"/>
            <a:ext cx="5806698" cy="5847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N"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is Tony.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4"/>
          <p:cNvPicPr preferRelativeResize="0"/>
          <p:nvPr/>
        </p:nvPicPr>
        <p:blipFill rotWithShape="1">
          <a:blip r:embed="rId3">
            <a:alphaModFix/>
          </a:blip>
          <a:srcRect t="10365"/>
          <a:stretch/>
        </p:blipFill>
        <p:spPr>
          <a:xfrm>
            <a:off x="0" y="0"/>
            <a:ext cx="12210632" cy="68701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8399" y="432280"/>
            <a:ext cx="2860957" cy="5301916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/>
          <p:cNvSpPr txBox="1"/>
          <p:nvPr/>
        </p:nvSpPr>
        <p:spPr>
          <a:xfrm>
            <a:off x="3192651" y="5734196"/>
            <a:ext cx="5806698" cy="5847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N"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Tony has 5 cookies.</a:t>
            </a:r>
            <a:endParaRPr/>
          </a:p>
        </p:txBody>
      </p:sp>
      <p:pic>
        <p:nvPicPr>
          <p:cNvPr id="124" name="Google Shape;124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68318" y="4161158"/>
            <a:ext cx="1027288" cy="318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12327" y="3979719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98876" y="3910923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986799" y="3981472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958381" y="3890864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52044" y="3862826"/>
            <a:ext cx="1053833" cy="531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5"/>
          <p:cNvPicPr preferRelativeResize="0"/>
          <p:nvPr/>
        </p:nvPicPr>
        <p:blipFill rotWithShape="1">
          <a:blip r:embed="rId3">
            <a:alphaModFix/>
          </a:blip>
          <a:srcRect t="10365"/>
          <a:stretch/>
        </p:blipFill>
        <p:spPr>
          <a:xfrm>
            <a:off x="0" y="0"/>
            <a:ext cx="12210632" cy="68701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5"/>
          <p:cNvPicPr preferRelativeResize="0"/>
          <p:nvPr/>
        </p:nvPicPr>
        <p:blipFill rotWithShape="1">
          <a:blip r:embed="rId4">
            <a:alphaModFix/>
          </a:blip>
          <a:srcRect t="24519"/>
          <a:stretch/>
        </p:blipFill>
        <p:spPr>
          <a:xfrm>
            <a:off x="2209800" y="3148314"/>
            <a:ext cx="7772400" cy="2471712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5"/>
          <p:cNvSpPr txBox="1"/>
          <p:nvPr/>
        </p:nvSpPr>
        <p:spPr>
          <a:xfrm>
            <a:off x="1981200" y="5748363"/>
            <a:ext cx="8229600" cy="5847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N"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Katie and Tony are having a picnic.</a:t>
            </a:r>
            <a:endParaRPr/>
          </a:p>
        </p:txBody>
      </p:sp>
      <p:pic>
        <p:nvPicPr>
          <p:cNvPr id="139" name="Google Shape;139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75369" y="715341"/>
            <a:ext cx="2496968" cy="4281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949434" y="599932"/>
            <a:ext cx="2467198" cy="4512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93843" y="4648851"/>
            <a:ext cx="1027288" cy="318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37852" y="4467412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156266" y="4383222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23313" y="4383222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67298" y="4313455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19698" y="4465855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710304" y="4230821"/>
            <a:ext cx="1027288" cy="318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554313" y="4049382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472727" y="3965192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839774" y="3965192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683759" y="3895425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836159" y="4047825"/>
            <a:ext cx="1053833" cy="531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6"/>
          <p:cNvPicPr preferRelativeResize="0"/>
          <p:nvPr/>
        </p:nvPicPr>
        <p:blipFill rotWithShape="1">
          <a:blip r:embed="rId3">
            <a:alphaModFix/>
          </a:blip>
          <a:srcRect t="10365"/>
          <a:stretch/>
        </p:blipFill>
        <p:spPr>
          <a:xfrm>
            <a:off x="0" y="0"/>
            <a:ext cx="12210632" cy="68701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6"/>
          <p:cNvPicPr preferRelativeResize="0"/>
          <p:nvPr/>
        </p:nvPicPr>
        <p:blipFill rotWithShape="1">
          <a:blip r:embed="rId4">
            <a:alphaModFix/>
          </a:blip>
          <a:srcRect t="24519"/>
          <a:stretch/>
        </p:blipFill>
        <p:spPr>
          <a:xfrm>
            <a:off x="2209800" y="3148314"/>
            <a:ext cx="7772400" cy="2471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2595" y="-124116"/>
            <a:ext cx="3789605" cy="5197788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6"/>
          <p:cNvSpPr txBox="1"/>
          <p:nvPr/>
        </p:nvSpPr>
        <p:spPr>
          <a:xfrm>
            <a:off x="1981200" y="5748363"/>
            <a:ext cx="8229600" cy="10156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N"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Katie stands up and leaves her cookies on the blanket.</a:t>
            </a:r>
            <a:endParaRPr dirty="0"/>
          </a:p>
        </p:txBody>
      </p:sp>
      <p:pic>
        <p:nvPicPr>
          <p:cNvPr id="163" name="Google Shape;163;p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949434" y="599932"/>
            <a:ext cx="2467198" cy="4512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93843" y="4648851"/>
            <a:ext cx="1027288" cy="318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37852" y="4467412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156266" y="4383222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23313" y="4383222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67298" y="4313455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19698" y="4465855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710304" y="4230821"/>
            <a:ext cx="1027288" cy="318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554313" y="4049382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472727" y="3965192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839774" y="3965192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683759" y="3895425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836159" y="4047825"/>
            <a:ext cx="1053833" cy="531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7"/>
          <p:cNvPicPr preferRelativeResize="0"/>
          <p:nvPr/>
        </p:nvPicPr>
        <p:blipFill rotWithShape="1">
          <a:blip r:embed="rId3">
            <a:alphaModFix/>
          </a:blip>
          <a:srcRect t="10365"/>
          <a:stretch/>
        </p:blipFill>
        <p:spPr>
          <a:xfrm>
            <a:off x="0" y="0"/>
            <a:ext cx="12210632" cy="68701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7"/>
          <p:cNvPicPr preferRelativeResize="0"/>
          <p:nvPr/>
        </p:nvPicPr>
        <p:blipFill rotWithShape="1">
          <a:blip r:embed="rId4">
            <a:alphaModFix/>
          </a:blip>
          <a:srcRect t="24519"/>
          <a:stretch/>
        </p:blipFill>
        <p:spPr>
          <a:xfrm>
            <a:off x="2209800" y="3148314"/>
            <a:ext cx="7772400" cy="2471712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7"/>
          <p:cNvSpPr txBox="1"/>
          <p:nvPr/>
        </p:nvSpPr>
        <p:spPr>
          <a:xfrm>
            <a:off x="1981200" y="5748363"/>
            <a:ext cx="8229600" cy="55399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N"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Katie walks away.</a:t>
            </a:r>
            <a:endParaRPr/>
          </a:p>
        </p:txBody>
      </p:sp>
      <p:pic>
        <p:nvPicPr>
          <p:cNvPr id="185" name="Google Shape;185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49434" y="599932"/>
            <a:ext cx="2467198" cy="4512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93843" y="4648851"/>
            <a:ext cx="1027288" cy="318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37852" y="4467412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56266" y="4383222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23313" y="4383222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67298" y="4313455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19698" y="4465855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710304" y="4230821"/>
            <a:ext cx="1027288" cy="318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554313" y="4049382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72727" y="3965192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39774" y="3965192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683759" y="3895425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36159" y="4047825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57338" y="201056"/>
            <a:ext cx="3049724" cy="5300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8"/>
          <p:cNvPicPr preferRelativeResize="0"/>
          <p:nvPr/>
        </p:nvPicPr>
        <p:blipFill rotWithShape="1">
          <a:blip r:embed="rId3">
            <a:alphaModFix/>
          </a:blip>
          <a:srcRect t="10365"/>
          <a:stretch/>
        </p:blipFill>
        <p:spPr>
          <a:xfrm>
            <a:off x="0" y="0"/>
            <a:ext cx="12210632" cy="6870158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8"/>
          <p:cNvSpPr txBox="1"/>
          <p:nvPr/>
        </p:nvSpPr>
        <p:spPr>
          <a:xfrm>
            <a:off x="1981200" y="5748363"/>
            <a:ext cx="8229600" cy="5847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N"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Oh no! A gust of wind blows.</a:t>
            </a:r>
            <a:endParaRPr/>
          </a:p>
        </p:txBody>
      </p:sp>
      <p:pic>
        <p:nvPicPr>
          <p:cNvPr id="207" name="Google Shape;207;p8"/>
          <p:cNvPicPr preferRelativeResize="0"/>
          <p:nvPr/>
        </p:nvPicPr>
        <p:blipFill rotWithShape="1">
          <a:blip r:embed="rId4">
            <a:alphaModFix/>
          </a:blip>
          <a:srcRect t="24519"/>
          <a:stretch/>
        </p:blipFill>
        <p:spPr>
          <a:xfrm>
            <a:off x="2209800" y="3148314"/>
            <a:ext cx="7772400" cy="2471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49434" y="599932"/>
            <a:ext cx="2467198" cy="4512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93843" y="4648851"/>
            <a:ext cx="1027288" cy="318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37852" y="4467412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56266" y="4383222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23313" y="4383222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67298" y="4313455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19698" y="4465855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710304" y="4230821"/>
            <a:ext cx="1027288" cy="318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554313" y="4049382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72727" y="3965192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39774" y="3965192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683759" y="3895425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36159" y="4047825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860743">
            <a:off x="5319021" y="3404799"/>
            <a:ext cx="2037777" cy="951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57338" y="201056"/>
            <a:ext cx="3049724" cy="5300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9"/>
          <p:cNvPicPr preferRelativeResize="0"/>
          <p:nvPr/>
        </p:nvPicPr>
        <p:blipFill rotWithShape="1">
          <a:blip r:embed="rId3">
            <a:alphaModFix/>
          </a:blip>
          <a:srcRect t="10365"/>
          <a:stretch/>
        </p:blipFill>
        <p:spPr>
          <a:xfrm>
            <a:off x="0" y="0"/>
            <a:ext cx="12210632" cy="6870158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9"/>
          <p:cNvSpPr txBox="1"/>
          <p:nvPr/>
        </p:nvSpPr>
        <p:spPr>
          <a:xfrm>
            <a:off x="1981200" y="5748363"/>
            <a:ext cx="8229600" cy="5847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N"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of Katie’s cookies blow away!</a:t>
            </a:r>
            <a:endParaRPr/>
          </a:p>
        </p:txBody>
      </p:sp>
      <p:pic>
        <p:nvPicPr>
          <p:cNvPr id="231" name="Google Shape;231;p9"/>
          <p:cNvPicPr preferRelativeResize="0"/>
          <p:nvPr/>
        </p:nvPicPr>
        <p:blipFill rotWithShape="1">
          <a:blip r:embed="rId4">
            <a:alphaModFix/>
          </a:blip>
          <a:srcRect t="24519"/>
          <a:stretch/>
        </p:blipFill>
        <p:spPr>
          <a:xfrm>
            <a:off x="2209800" y="3148314"/>
            <a:ext cx="7772400" cy="2471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49434" y="599932"/>
            <a:ext cx="2467198" cy="4512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93843" y="4648851"/>
            <a:ext cx="1027288" cy="318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37852" y="4467412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15143" y="4481161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744534" y="5257830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93843" y="4430157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710304" y="4230821"/>
            <a:ext cx="1027288" cy="318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554313" y="4049382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72727" y="3965192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39774" y="3965192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683759" y="3895425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36159" y="4047825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860743">
            <a:off x="5319021" y="3404799"/>
            <a:ext cx="2037777" cy="951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336450" y="5237467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57338" y="201056"/>
            <a:ext cx="3049724" cy="5300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10"/>
          <p:cNvPicPr preferRelativeResize="0"/>
          <p:nvPr/>
        </p:nvPicPr>
        <p:blipFill rotWithShape="1">
          <a:blip r:embed="rId3">
            <a:alphaModFix/>
          </a:blip>
          <a:srcRect t="10365"/>
          <a:stretch/>
        </p:blipFill>
        <p:spPr>
          <a:xfrm>
            <a:off x="0" y="0"/>
            <a:ext cx="12210632" cy="68701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90254" y="590309"/>
            <a:ext cx="3735658" cy="5123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77804" y="307166"/>
            <a:ext cx="2860957" cy="5301916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0"/>
          <p:cNvSpPr txBox="1"/>
          <p:nvPr/>
        </p:nvSpPr>
        <p:spPr>
          <a:xfrm>
            <a:off x="2239500" y="5596796"/>
            <a:ext cx="8229600" cy="10156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N"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Tony still has 5 cookies. Katie now has 3 cookies.</a:t>
            </a:r>
            <a:endParaRPr sz="4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6" name="Google Shape;256;p1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05334" y="4124972"/>
            <a:ext cx="1027288" cy="318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10"/>
          <p:cNvPicPr preferRelativeResize="0"/>
          <p:nvPr/>
        </p:nvPicPr>
        <p:blipFill rotWithShape="1">
          <a:blip r:embed="rId7">
            <a:alphaModFix/>
          </a:blip>
          <a:srcRect l="31309" t="37775" r="29949" b="24568"/>
          <a:stretch/>
        </p:blipFill>
        <p:spPr>
          <a:xfrm>
            <a:off x="6434731" y="4147651"/>
            <a:ext cx="457200" cy="22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1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772340" y="4061194"/>
            <a:ext cx="1027288" cy="318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10"/>
          <p:cNvPicPr preferRelativeResize="0"/>
          <p:nvPr/>
        </p:nvPicPr>
        <p:blipFill rotWithShape="1">
          <a:blip r:embed="rId7">
            <a:alphaModFix/>
          </a:blip>
          <a:srcRect l="31309" t="37775" r="29949" b="24568"/>
          <a:stretch/>
        </p:blipFill>
        <p:spPr>
          <a:xfrm>
            <a:off x="2922150" y="4083525"/>
            <a:ext cx="457200" cy="22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10"/>
          <p:cNvPicPr preferRelativeResize="0"/>
          <p:nvPr/>
        </p:nvPicPr>
        <p:blipFill rotWithShape="1">
          <a:blip r:embed="rId7">
            <a:alphaModFix/>
          </a:blip>
          <a:srcRect l="31309" t="37775" r="29949" b="24568"/>
          <a:stretch/>
        </p:blipFill>
        <p:spPr>
          <a:xfrm>
            <a:off x="3246589" y="4061193"/>
            <a:ext cx="457200" cy="22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10"/>
          <p:cNvPicPr preferRelativeResize="0"/>
          <p:nvPr/>
        </p:nvPicPr>
        <p:blipFill rotWithShape="1">
          <a:blip r:embed="rId7">
            <a:alphaModFix/>
          </a:blip>
          <a:srcRect l="31309" t="37775" r="29949" b="24568"/>
          <a:stretch/>
        </p:blipFill>
        <p:spPr>
          <a:xfrm>
            <a:off x="3057384" y="4011010"/>
            <a:ext cx="457200" cy="22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10"/>
          <p:cNvPicPr preferRelativeResize="0"/>
          <p:nvPr/>
        </p:nvPicPr>
        <p:blipFill rotWithShape="1">
          <a:blip r:embed="rId7">
            <a:alphaModFix/>
          </a:blip>
          <a:srcRect l="31309" t="37775" r="29949" b="24568"/>
          <a:stretch/>
        </p:blipFill>
        <p:spPr>
          <a:xfrm>
            <a:off x="3246100" y="3978746"/>
            <a:ext cx="457200" cy="22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10"/>
          <p:cNvPicPr preferRelativeResize="0"/>
          <p:nvPr/>
        </p:nvPicPr>
        <p:blipFill rotWithShape="1">
          <a:blip r:embed="rId7">
            <a:alphaModFix/>
          </a:blip>
          <a:srcRect l="31309" t="37775" r="29949" b="24568"/>
          <a:stretch/>
        </p:blipFill>
        <p:spPr>
          <a:xfrm>
            <a:off x="2826311" y="3994878"/>
            <a:ext cx="457200" cy="22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10"/>
          <p:cNvPicPr preferRelativeResize="0"/>
          <p:nvPr/>
        </p:nvPicPr>
        <p:blipFill rotWithShape="1">
          <a:blip r:embed="rId7">
            <a:alphaModFix/>
          </a:blip>
          <a:srcRect l="31309" t="37775" r="29949" b="24568"/>
          <a:stretch/>
        </p:blipFill>
        <p:spPr>
          <a:xfrm>
            <a:off x="6712497" y="4161733"/>
            <a:ext cx="457200" cy="22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10"/>
          <p:cNvPicPr preferRelativeResize="0"/>
          <p:nvPr/>
        </p:nvPicPr>
        <p:blipFill rotWithShape="1">
          <a:blip r:embed="rId7">
            <a:alphaModFix/>
          </a:blip>
          <a:srcRect l="31309" t="37775" r="29949" b="24568"/>
          <a:stretch/>
        </p:blipFill>
        <p:spPr>
          <a:xfrm>
            <a:off x="6563810" y="4100603"/>
            <a:ext cx="457200" cy="22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1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flipH="1">
            <a:off x="6304720" y="5050421"/>
            <a:ext cx="812666" cy="411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flipH="1">
            <a:off x="5956284" y="4915409"/>
            <a:ext cx="812666" cy="411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</Words>
  <Application>Microsoft Macintosh PowerPoint</Application>
  <PresentationFormat>Widescreen</PresentationFormat>
  <Paragraphs>18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Katie Lan</dc:creator>
  <cp:lastModifiedBy>Katie Lan</cp:lastModifiedBy>
  <cp:revision>2</cp:revision>
  <dcterms:created xsi:type="dcterms:W3CDTF">2026-05-01T23:47:31Z</dcterms:created>
  <dcterms:modified xsi:type="dcterms:W3CDTF">2026-07-08T18:23:16Z</dcterms:modified>
</cp:coreProperties>
</file>