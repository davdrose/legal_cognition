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82" r:id="rId6"/>
    <p:sldId id="283" r:id="rId7"/>
    <p:sldId id="277" r:id="rId8"/>
    <p:sldId id="278" r:id="rId9"/>
    <p:sldId id="279" r:id="rId10"/>
    <p:sldId id="281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12"/>
    <p:restoredTop sz="95409"/>
  </p:normalViewPr>
  <p:slideViewPr>
    <p:cSldViewPr snapToGrid="0">
      <p:cViewPr varScale="1">
        <p:scale>
          <a:sx n="102" d="100"/>
          <a:sy n="102" d="100"/>
        </p:scale>
        <p:origin x="2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13CA06-3532-8149-B1A9-7B7B5D6D50D9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905F9-A020-D749-BF7B-817DC1A52C4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3294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E57D-6BA6-E545-E89D-E6B7F10CA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B48E3-3BFA-1DAB-CACC-0B4EF6BA1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0B01B-97B6-D494-865E-B2CAC7CA0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61A7D-A009-E3C2-3DF0-DAAEB51DB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7984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4828-8FBC-DE9D-9C99-9A40899D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F04B-EE14-EE04-8717-631389848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909E-EB72-5403-5A7E-33C0DAF7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956F0-736B-B989-30F3-4D5C66383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95565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F459-DBBF-3F8C-2CF9-4BA48DB45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70B83-C145-4770-4DE0-078629A44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23D15-7ECB-B330-1D70-15279369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45552-CE6D-002B-3776-F9A6F2B9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CBD2-9742-3AB1-D48F-1D0E1595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671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96EB-9C51-09F6-3130-252636B4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D66E-F13C-F7D6-407E-CBAE285C3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759E7-C274-52AA-A654-FB837994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6C36-67C1-879E-93DB-585D7166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6C9A1-0C94-4E6D-CCEB-1B4B033B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1165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7CE2-85DB-FAC4-CD39-9D09F2A9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CC7B9-4F2E-20C0-177F-F31DBD4C6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C9C-F0BB-8B9D-4161-316E9A9E4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7B5F8-6B43-32C2-7DBD-BDC065B7F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B8FC-0612-DAAF-CD22-A1E92E11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0035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D621-9C01-29A2-63A6-D4FCA10FE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F404-29C3-8EB6-22A0-03883109A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10C4-2B04-F88F-0F0C-BC10EE0F0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E091-809D-EE76-B21A-567DFEAE3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EEE47-DE42-1321-E825-22E38300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BE2-4385-6620-1DEB-B766780B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067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C809-9FDD-5691-1076-C1AA4BD0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DAF6-B2AA-B290-15E6-F03524339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91AF9-1DA9-2804-0818-BD0D2F871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0C6FF9-F795-9D22-DA2B-0D912A51E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80BB8-6F56-67BE-02EE-439FC6E6A2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434A0E-0271-F1F1-50B0-5C197DB00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1384E-3FE4-40E0-A89F-DA1321BA5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3CC63-DEE3-C77A-1AB4-0B713400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143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DC88-F62F-7A77-6A6E-F4EC8E3A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C6132-320F-43F0-9874-24C331BB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5EC13-A8F0-4556-34D9-B647229D9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8C51D-B56C-16DE-BC00-06ADFDEB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5716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0F818-0924-6DD2-F65F-5A820937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C6397-B79B-DAAA-516D-00BE50013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8F66A-BEF1-E0CB-1D60-D83638D8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52088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AB7B-E505-2B06-7AA4-0C893CBF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A40A-4E36-413B-82D5-3BEA66DCF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8F6D-499D-B677-13CA-FCD24AA59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676D5-FD4D-07BF-3308-2AB7CE474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79ABE-701B-A144-CF28-7A263F530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A38C9-B08A-795E-4590-802BB605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9724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FC798-BD72-9A5F-4C13-110E2B11E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109CB-C821-5036-4CBB-16FB9B70B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18737-A50E-8346-3A7D-CD67CF2B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8FA554-873E-409A-1BC4-4104F345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0AE6-6340-0508-C6E8-4652ABD7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2B844-6895-54AC-AE7D-08EB457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103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6B07-CB0E-A234-B469-6D131795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836A7-90BB-5F61-D583-3C350F21B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6CAE6-486E-41A8-9BDF-075F446D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BEBB8-D688-B32F-FFA7-C41A92058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86E08-FD8E-0872-BB55-36D74AC4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23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EFE1D-81E8-2168-987E-8BBD6E7CA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C6BBA-4AB4-2AC7-02A9-467950C08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5A315-DBFF-07B1-E1D2-6ACAFC37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1121E-4C91-BE94-B006-5875FC0B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717CD-57B7-C732-18DC-328F62C38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073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982928-E139-B9D5-18B4-E6F224FC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A8AD2-5C06-D2E6-B8EA-294D85249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37CC-055B-0510-8226-0C831BB03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FF0B3-CA30-7E43-AC99-C263E9572C0D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19C0D-5777-C491-B994-B7B10B537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37D3-EDB9-B136-100D-0BB2067D7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5951C-E284-034E-9FEF-6856260830D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9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1D1830-6017-CC82-71B1-F5AE4D529D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744EDD64-BD80-D3D6-AC8A-9D8A7A17E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6C83-3651-6528-5771-DA094C2A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0BEB876-0DF4-5964-B192-8D0A841516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Milo.png">
            <a:extLst>
              <a:ext uri="{FF2B5EF4-FFF2-40B4-BE49-F238E27FC236}">
                <a16:creationId xmlns:a16="http://schemas.microsoft.com/office/drawing/2014/main" id="{1577B1E7-2848-7FDE-6A59-36DB42B6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1312"/>
            <a:ext cx="4251158" cy="53698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1C95C-E14B-6687-F0A5-058744C38DF5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Milo has 5 cookies.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BFB73-0260-8449-7830-9E496D6EC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633" y="4241814"/>
            <a:ext cx="1304201" cy="40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A2F2F-787E-DE55-16FA-D02B4F3E2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487" y="4060375"/>
            <a:ext cx="1337902" cy="674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141CF-2CE7-F0E8-0199-781971BD7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901" y="3976185"/>
            <a:ext cx="1337902" cy="674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144247-5C6E-DBC5-6629-038579D4D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948" y="3976185"/>
            <a:ext cx="1337902" cy="674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FF628-AD49-E2F1-4296-082C3EBCF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933" y="3906418"/>
            <a:ext cx="1337902" cy="6744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D31A0-1B1C-F8AB-F2A4-00BEA4E9A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1333" y="4058818"/>
            <a:ext cx="1337902" cy="67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02F37-547E-C6E5-6BEB-AECD51A0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6EFC9E-18AB-655E-6032-31DBC231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CC2CE0CF-5A09-41A1-0CAB-33782C6A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80D094-F7B7-8717-1B50-12102C22ABD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407378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33D0-F14A-3F36-B9CC-5E7D3ED7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563913-8C85-CC74-889F-D2B1FCD532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A464FCAC-5900-4820-4BBE-B9D76AE25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3C2509-1F91-F0E0-7133-D4D65CFC43A8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has 5 cookies.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F02C84-C23B-E819-7066-C0B856F67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094" y="4166657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2BB92D-C544-89B6-79D7-197C27406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103" y="3985218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FBCB19-F1BF-BEC8-3E7C-B4B137D3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5532" y="3901028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43BB2-66D7-CDB2-C722-1AF8AF838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2564" y="3901028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F59A61-E9A5-E249-DC39-1BDCD3A4F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2564" y="398521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176964-BD66-EAB7-D489-3616A1CBC1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549" y="389006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AEB3B-6722-10C8-5134-1717D946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86E5687-75B9-E4E3-6297-5589EED2B4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Sasha.png">
            <a:extLst>
              <a:ext uri="{FF2B5EF4-FFF2-40B4-BE49-F238E27FC236}">
                <a16:creationId xmlns:a16="http://schemas.microsoft.com/office/drawing/2014/main" id="{9CCF77F6-E2C1-733D-4761-2DEF80722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64300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4C58E7-6CBF-9705-820C-DFDB5404194F}"/>
              </a:ext>
            </a:extLst>
          </p:cNvPr>
          <p:cNvSpPr txBox="1"/>
          <p:nvPr/>
        </p:nvSpPr>
        <p:spPr>
          <a:xfrm>
            <a:off x="3192651" y="5734196"/>
            <a:ext cx="580669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puts her cookies on the ground.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A8C67C-B830-E2D0-AC8F-240C409CE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EF79F8-D488-EE46-B90F-11DAB4433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F89CE2-AA36-FDCD-6C67-76D217A7D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412" y="496078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9538C8-FF5B-A406-F194-8B647C761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444" y="496078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7F23AE-07FE-1574-6A85-371C699EB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444" y="5044973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41BDF5-7A37-46BC-FC52-B4AEC79F4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429" y="494982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24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FDC6-E03A-4240-A8C7-E7A62ED7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E16ED4-C90B-4C21-0B17-0C442DC58F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A49B75-CEA8-F0D6-D012-FD8AE12C7390}"/>
              </a:ext>
            </a:extLst>
          </p:cNvPr>
          <p:cNvSpPr txBox="1"/>
          <p:nvPr/>
        </p:nvSpPr>
        <p:spPr>
          <a:xfrm>
            <a:off x="3192651" y="5734196"/>
            <a:ext cx="5806698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Sasha walks away from her cookies.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1422C-DFE0-7677-8469-74B0F6534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12CA91-98B3-01F9-14DB-E559067F8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BCEAD8-36FD-F1B2-DCCF-53311F00D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412" y="496078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D89964-42EB-A0E2-2C09-3D220806D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444" y="496078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4574B8-0469-AE9E-E2D1-F1C48D316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444" y="5044973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3F3B30-32A3-649C-7CB8-945ED435F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429" y="494982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844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45E4009-C750-E11C-722E-A5B947AA30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Milo is angry.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5C3599-9E87-F801-BF1C-A5BCDB08A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891960" y="89210"/>
            <a:ext cx="3682603" cy="5648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DFEBF9-37DA-DAB4-75CF-610B4A780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973B9B-53B6-4199-92A4-C8235CCA5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8B7A3C-5E15-E986-8BDF-8177EC427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412" y="4960784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458259-E1EA-D21B-4EAC-587DBA878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444" y="4960784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189F6E-8553-21FF-EA75-35544314E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444" y="5044973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B1222B-2068-114B-E402-530B4B524E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429" y="494982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7C20-83CD-CCD8-0931-0646C5350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883FF42-C2EE-B225-B835-659FAE6BF88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1374A-6809-8D6C-B752-7AE03218C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970" y="57185"/>
            <a:ext cx="3682603" cy="56301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9E85F3-6BE9-25D6-D575-EE0C4E97711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He walks over.</a:t>
            </a:r>
            <a:endParaRPr lang="en-CN" sz="3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131759-AFEA-B791-A0E8-3AD713307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B36694-F382-40B9-CBD4-763E07B6DA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C7E9F0-D3C8-42B7-F56D-1760F19B6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412" y="4960784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DFA6A0-4203-C2B5-1CA1-AA72FABC9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444" y="4960784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79B07A-E3E4-2095-AE4B-1955FD1EE7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444" y="5044973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EF2E935-0672-2161-D3BB-F8167BECE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429" y="4949824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5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FF272-D454-5976-D061-0808C410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96AD039-72EA-F387-6806-51C8788D49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97A030-D975-1C16-42A6-536DEDBB4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5773" y="-58187"/>
            <a:ext cx="4115035" cy="56394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5E57A-457B-6752-468F-59ED9FF7D4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81075" y="0"/>
            <a:ext cx="5029850" cy="59326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AF3F1A-66A0-B6A4-6BD5-A9D97149529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/>
              <a:t>And hits 2 of Sasha’s cookies!</a:t>
            </a:r>
            <a:endParaRPr lang="en-CN" sz="3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1F17A2-233B-DFD5-2FAC-DB4552E0C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46092">
            <a:off x="6873038" y="3324633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F5B3AE-F336-9F79-B420-6C1081D4D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41334">
            <a:off x="7232968" y="3677578"/>
            <a:ext cx="1053833" cy="5312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0E5E49-8D26-0230-D70A-97EE984B01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6974" y="5226413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9272DF-5B7D-08F8-5AFA-8AD1F475F6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0983" y="5044974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E50CF6-E0E0-51A0-2C1A-A1EC1792D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9412" y="4960784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9CC17E-4359-CB8E-FFFC-9B94AD6C1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9782" y="5035038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1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5558EB-AC0A-D28E-925E-BC5FA1D21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3177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Sasha.png">
            <a:extLst>
              <a:ext uri="{FF2B5EF4-FFF2-40B4-BE49-F238E27FC236}">
                <a16:creationId xmlns:a16="http://schemas.microsoft.com/office/drawing/2014/main" id="{BCA58B08-CF64-7A50-C3DB-C5D8D2998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063" y="707206"/>
            <a:ext cx="3746126" cy="4889590"/>
          </a:xfrm>
          <a:prstGeom prst="rect">
            <a:avLst/>
          </a:prstGeom>
        </p:spPr>
      </p:pic>
      <p:pic>
        <p:nvPicPr>
          <p:cNvPr id="4" name="Picture 3" descr="Milo.png">
            <a:extLst>
              <a:ext uri="{FF2B5EF4-FFF2-40B4-BE49-F238E27FC236}">
                <a16:creationId xmlns:a16="http://schemas.microsoft.com/office/drawing/2014/main" id="{A6B494FA-B845-081A-E6E9-C3429EF3D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11" y="465115"/>
            <a:ext cx="4251158" cy="53698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Milo still has 5 cookies. Sasha now has 3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34731" y="4123901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6823" y="4169375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633" y="4191706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1072" y="416937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61867" y="4119191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150583" y="4049349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31002" y="4052955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7AADB-9B2D-5F9B-76FC-496055F085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11485" y="4119190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3D7933-C9E3-7926-FA67-2FAFF96FE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0D7C0E-46BF-4C5F-9041-764798C83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F59A61-E9A5-E249-DC39-1BDCD3A4F6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589" y="387057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63</Words>
  <Application>Microsoft Macintosh PowerPoint</Application>
  <PresentationFormat>Widescreen</PresentationFormat>
  <Paragraphs>13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28</cp:revision>
  <dcterms:created xsi:type="dcterms:W3CDTF">2026-05-04T06:00:58Z</dcterms:created>
  <dcterms:modified xsi:type="dcterms:W3CDTF">2026-07-08T18:23:37Z</dcterms:modified>
</cp:coreProperties>
</file>