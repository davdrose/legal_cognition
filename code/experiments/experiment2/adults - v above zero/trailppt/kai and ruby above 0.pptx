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7" r:id="rId7"/>
    <p:sldId id="284" r:id="rId8"/>
    <p:sldId id="282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0"/>
    <p:restoredTop sz="94692"/>
  </p:normalViewPr>
  <p:slideViewPr>
    <p:cSldViewPr snapToGrid="0">
      <p:cViewPr varScale="1">
        <p:scale>
          <a:sx n="105" d="100"/>
          <a:sy n="105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79EF-AA5C-E4B2-0E37-E6EA1E2A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CA8ED-215E-C3E4-E1A5-5FE9DDC1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ADED6-A1C7-5177-C375-A69E35AF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6603-5A8F-B258-6B00-2DC22CD1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901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75D-D87C-E4AF-2C77-6FC0E6BE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D1B02-3305-6266-9422-0118A900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80C6-BDB7-9EBA-DBEE-19EE04A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9E78-E511-670F-C5EE-96E8A6FE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744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68F7B9-31A5-A9DB-2A50-0E4AB7D66A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Kai has 7 cookies.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ABD6D-6CC1-BFBC-2F91-05E1DFC82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90" y="389544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04B178-D4AB-73D2-5DD2-7A95FAFA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69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D1E0D0-3B87-AAEA-845F-F8F03FE3B1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Ruby has 7 cookies.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B0BD7-5B19-C28C-E795-3D597894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537" y="4201559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02017-9861-5A88-3120-D8ECB6B38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46" y="4023295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9357-2C91-2287-087C-65C411E36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960" y="3939105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46F754-3C9B-ABA0-F279-BA8071A5D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007" y="3935930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84817B-80A9-4A85-484B-7686D88E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992" y="3866163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90BA95-1893-A292-FF9F-8DC63F215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543" y="4018563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74BC30-C1FB-E6AF-5CD7-E2D2C8E2B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983" y="3824189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F2E327-9742-2B26-5A9D-56C87B339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62" y="384679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A5510C-92B2-1959-4EF8-6FA835F24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400" y="26636"/>
            <a:ext cx="3718472" cy="56134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is walking and staring at his phone.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456F92-27B5-E559-920F-11C5180D0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C7FAD-2DFD-6AFD-DF80-8B791F7B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D85258-ABB0-B7CB-A830-A8F00D3EC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134" y="4010357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E7FDA-6FD2-CF68-8F79-8CF5E17F5D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81" y="4007182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CFFDE5-ECC4-5D82-AD61-ACCB64D57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166" y="3937415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F0A5F-6B26-4ECE-4BC0-0ED5A72A3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17" y="4089815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FFD1E-023A-A966-E2A7-A909367CA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3895441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FC2935-2044-CB9C-AA67-918DB8111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736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Ruby is also staring at her phone.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D9EEB3-9691-A370-2312-36C6B84D2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400" y="26636"/>
            <a:ext cx="3718472" cy="56134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9DC19A-8FCF-E47A-0FC6-74528B23D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A73CC-8C6E-092B-93B1-401E4C4500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2732D4-117F-9A40-108B-3ED0A879B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134" y="401035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433D1B-7919-57F4-E4E7-5CA46E0564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81" y="4007182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6131FA-4B06-9EB8-7D47-5F18BED830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166" y="3937415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FDE134-E731-DFC7-45BD-548B293E6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17" y="4089815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125174-B6B8-B8E7-7535-DC5F4BB23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3895441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5E5C19-C427-6EDC-F11E-8512854691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736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6E97-4E3B-BC55-A4CA-6EC8E033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FBD259-43D4-46B7-C454-4A1ECE61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79324B-7B89-EC83-6F2D-215307CD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2785C0-47D4-8417-7D55-9E6C7281C22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EB908-5572-3414-4EC7-1D1D35631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A17B5-FEB6-E6E9-11D3-02B5F60DD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5CBBF6-13C3-9911-9CE5-7A83102F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06D82-D44D-3D4D-7EDC-850350720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5BD0D0-AF0A-9C48-998B-7D29B5CB4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601" y="2745959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C907A-90B3-ECCF-25E4-6B5F3FEC7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015" y="2661769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7BA4C0-16EA-7F75-B4CF-8EFB3915B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62" y="265859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48EA73-3D45-B683-B019-AB9049D54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047" y="2588827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702108-323C-0F3C-7423-75A493495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98" y="274122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2079-851D-6947-3044-5844194A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42C73-5A4E-C179-D329-1F848005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A2809-5C90-EC06-B1D4-C521F9B0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DE784-B7D8-4982-70A9-DD698DA43AF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fall!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C6642-DC7B-41D5-0BEA-A5FCF8467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3E716-F2A8-4704-C590-2D7C515C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FC67BA-BA52-E4BE-B5A4-21247794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EEC396-1914-F180-AE5D-4F71C7FD6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88BFF-B1A0-323F-58C2-4A4E93810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601" y="2745959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1B972-D9C8-4297-0D87-53303903D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015" y="2661769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0AC7D9-F65B-2406-5E25-7BA07DC3E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62" y="265859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D8752B-B6CA-73AC-9A09-6B542BA75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047" y="2588827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199300-5F57-3F05-7297-49099AB7A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98" y="274122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8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D197A2-FFFC-A6B4-D26D-200D852FCC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7 cookies. Ruby now has 5 cookies.</a:t>
            </a:r>
            <a:endParaRPr lang="en-CN" sz="4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448" y="4133750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62258" y="4156081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697" y="4133749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97492" y="4083566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86208" y="4051302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66419" y="406743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24C78-35C8-C1A9-AEA2-EB747D2A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236" y="407750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213656-4204-7BD7-616D-8EAF7F7709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52046" y="4099833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7A7A3-CA7F-A49E-5671-E760A64217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6485" y="4077501"/>
            <a:ext cx="457200" cy="224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4C05B1-6BB7-D8D5-9812-8A72034731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587280" y="4027318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D520A9-BC98-DE15-B34D-6836375540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5996" y="3995054"/>
            <a:ext cx="457200" cy="224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CD7AD5-9419-1A3C-0895-1A8BBA03BB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356207" y="4011186"/>
            <a:ext cx="457200" cy="224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E37EAB-61A9-F97A-A227-26ECDFF8BA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36509" y="3999695"/>
            <a:ext cx="457200" cy="2240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6C4C88-C28E-5ACF-ABB3-1B603ED53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01410" y="396619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65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34</cp:revision>
  <dcterms:created xsi:type="dcterms:W3CDTF">2026-05-04T04:54:08Z</dcterms:created>
  <dcterms:modified xsi:type="dcterms:W3CDTF">2026-07-08T18:23:28Z</dcterms:modified>
</cp:coreProperties>
</file>