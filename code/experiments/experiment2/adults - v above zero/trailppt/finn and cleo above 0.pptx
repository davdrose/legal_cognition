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70" r:id="rId3"/>
    <p:sldId id="272" r:id="rId4"/>
    <p:sldId id="271" r:id="rId5"/>
    <p:sldId id="259" r:id="rId6"/>
    <p:sldId id="273" r:id="rId7"/>
    <p:sldId id="274" r:id="rId8"/>
    <p:sldId id="282" r:id="rId9"/>
    <p:sldId id="283" r:id="rId10"/>
    <p:sldId id="278" r:id="rId11"/>
    <p:sldId id="280" r:id="rId12"/>
    <p:sldId id="281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56"/>
    <p:restoredTop sz="94692"/>
  </p:normalViewPr>
  <p:slideViewPr>
    <p:cSldViewPr snapToGrid="0">
      <p:cViewPr varScale="1">
        <p:scale>
          <a:sx n="101" d="100"/>
          <a:sy n="101" d="100"/>
        </p:scale>
        <p:origin x="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2C952-A3D1-EF4D-816B-FB11FD81CAE9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9BB0-A918-7B4A-B40D-BFA213C925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7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F6D-4249-51CD-E726-E8DA71D8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F3C7-D0AF-CC6F-D6AB-CB1D8CB6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21CF-016A-055A-0936-A6270E71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E5C7C-A368-4C81-2272-466EE5D1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19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6CEE-36C9-0311-74FD-39C92754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232D5-1A82-5774-8F3B-ADC78D114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A7AC5-2C47-550C-4368-0D8F2FA01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452B3-8C63-33E6-287E-D11E72BC3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6552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37D1-23A0-2EC5-CCD1-A1480213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6304E-63A6-9A14-6AF4-1D84949F1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580EA-4ABA-EC98-9348-858AA2031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365F7-698C-469F-05FE-EB97BB328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4980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C3E1-1769-6F5B-F162-EF968FAD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96E92-8878-00C1-80A5-C7F38D0C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835F-86BF-8AB2-CD32-ABEA64FB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9B17-DC2D-A296-56C9-9DC5DB44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6505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4EDF-9D16-9895-FCF9-E6F4D794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1C196-2EDB-72F3-A98E-E7C177245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B798F-6A33-A3C2-FB51-683A6DA18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F926-E350-5712-57E6-BE47EB5E5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675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397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432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5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82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0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04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9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4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7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07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8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A4300-FC54-2E79-8C91-53F55292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D4881A-E1E2-BEEC-88A6-81B796C6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FC81-289B-AD5E-84F6-1DC4E3C9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9A5474-F657-238C-C6C0-DE81B510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AC576-9748-E4B4-CD62-39759C9A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0F8AD-05AA-83B1-FEBD-C11A265407A4}"/>
              </a:ext>
            </a:extLst>
          </p:cNvPr>
          <p:cNvSpPr txBox="1"/>
          <p:nvPr/>
        </p:nvSpPr>
        <p:spPr>
          <a:xfrm>
            <a:off x="3192651" y="5734196"/>
            <a:ext cx="58066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Finn has </a:t>
            </a:r>
            <a:r>
              <a:rPr lang="en-US" altLang="zh-CN" sz="3000" b="1" dirty="0"/>
              <a:t>5</a:t>
            </a:r>
            <a:r>
              <a:rPr lang="en-CN" sz="3000" b="1" dirty="0"/>
              <a:t>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299" y="4078453"/>
            <a:ext cx="1173792" cy="364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522" y="3897014"/>
            <a:ext cx="1204123" cy="607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936" y="3812824"/>
            <a:ext cx="1204123" cy="607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983" y="3812824"/>
            <a:ext cx="1204123" cy="607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68" y="3743057"/>
            <a:ext cx="1204123" cy="607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368" y="3895457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1D7-E61F-EF0E-B2D7-C87215B0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E317-6736-2453-98C2-FDC06DD7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6BE52-AFDB-245B-10C6-E3970511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20A7-016A-0729-45D8-CA2EE21C7D3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FB15-36D2-DF7D-4122-ADFEC80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2953BE-8C65-226C-6135-FC3D6D5D40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7F4BB-2AC6-F6B9-8D65-0AE90113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6BD51-7B61-5921-C007-084AA1B8EA6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Cleo has </a:t>
            </a:r>
            <a:r>
              <a:rPr lang="en-US" sz="3000" b="1" dirty="0"/>
              <a:t>5</a:t>
            </a:r>
            <a:r>
              <a:rPr lang="en-CN" sz="3000" b="1" dirty="0"/>
              <a:t>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D055-A9E2-3962-602B-E2D89EB0C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732E4-EE3F-7AC9-F41F-0B9F2C1A2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9BFCF-567F-7DE7-CA12-DD8C8FBEE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706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36B0A-6D76-5E75-2AF0-45056D341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8ECC6-D024-A42C-B7A1-E8562BBCA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418" y="395360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ECCC8B-0C92-6EBF-06CA-D7F6E519A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697" y="384168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9D6370-7401-CF71-F57F-ACF6CD8380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5150D-7B36-847D-386B-6BFEDA0B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3FCA58-2302-E826-0386-4DB881D71FA9}"/>
              </a:ext>
            </a:extLst>
          </p:cNvPr>
          <p:cNvSpPr txBox="1"/>
          <p:nvPr/>
        </p:nvSpPr>
        <p:spPr>
          <a:xfrm>
            <a:off x="1981200" y="5737597"/>
            <a:ext cx="822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spills water.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ABB6D-B9DE-A664-445E-CDB1E2F751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083F1-1314-4BE1-25D5-D842F27D1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6862C-A504-9616-8945-1963FEA50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C12-DECF-BA92-24A2-62B0AD60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BDFD2-3B18-3E39-F5F0-B169A3444F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2271C-180F-8EB9-B6A6-5A8B564FBE0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E3E39-F754-D846-8C33-04FFA0350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F0E77F-6033-1002-59EE-1205A083D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81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0.03681 L 0.51589 0.03681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748F-9FA2-E306-2A2C-ED0D58495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934CE0F-8E18-AAC4-BB75-9BFEFA4B4F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EA08E9-D7AC-EE6D-D85C-40AD0EAB8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275594-0E85-2B5B-8963-72F428F6666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Cleo walks in.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3041CF-0042-98AC-B0F8-4230D465F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2740BC-3052-2186-32D8-13B5BAC02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699" y="3733664"/>
            <a:ext cx="1173792" cy="364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0A64DD-2320-5331-06E9-3A9F1108E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922" y="3552225"/>
            <a:ext cx="1204123" cy="607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D99998-10F5-16B9-1EE2-B1ADCF31F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336" y="3468035"/>
            <a:ext cx="1204123" cy="6070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EEE35A-E6F8-8A4D-BCA8-316AB8186C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383" y="3468035"/>
            <a:ext cx="1204123" cy="6070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A8F91B-F7ED-D661-D012-C31A99C67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368" y="3398268"/>
            <a:ext cx="1204123" cy="6070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CA6FC1-F8F6-1A21-9C5B-0A83BAA83A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768" y="3550668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6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22E8-3449-9790-5457-AE362422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3DFCA25-C412-40FD-20DD-685CD381E7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2536A1-BEDB-A6A4-7182-AC10AB788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97" y="163540"/>
            <a:ext cx="3427541" cy="57375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4F2B50-B21E-4ED1-C2B9-A6C5E7C6CBD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000" b="1" dirty="0"/>
              <a:t>Cleo was not looking where she was going.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79DE50-FC1D-0AEC-EE7C-DA6F3C298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323753-0868-F573-964E-8520008E09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699" y="3733664"/>
            <a:ext cx="1173792" cy="364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5EF664-D94C-5931-22E9-D5D098742B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922" y="3552225"/>
            <a:ext cx="1204123" cy="607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87EAE7-210F-2BF3-5EC7-927D0737ED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336" y="3468035"/>
            <a:ext cx="1204123" cy="6070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2CC85F-097C-0DBB-D243-38F8746364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383" y="3468035"/>
            <a:ext cx="1204123" cy="6070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8728CA-8CCC-8922-83F7-A4C38E41FD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368" y="3398268"/>
            <a:ext cx="1204123" cy="6070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E57706-7C0A-4121-F88C-7C26BB6BF0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768" y="3550668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1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271-9D2E-A834-E4E8-85BA57F5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74D3A16-5546-67F2-596C-F0D3605973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57714-3441-EB72-6E83-648846D75873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000" b="1" dirty="0"/>
              <a:t>Oh no! Cleo slips on the water!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B95C1-0D36-F7FA-F82A-A61A3CC4F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1E0FF-40B2-9C4A-8E97-89E6091B4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787" y="3156815"/>
            <a:ext cx="1732952" cy="873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9201" y="3072625"/>
            <a:ext cx="1732952" cy="873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6248" y="3072625"/>
            <a:ext cx="1732952" cy="873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0233" y="3119357"/>
            <a:ext cx="1501859" cy="7571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2633" y="3155258"/>
            <a:ext cx="1732952" cy="8736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DEE7-3180-F4CA-A53B-D717D327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7432F13-577A-680B-88D7-329C90169E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1F872-14BA-AB7A-5912-6405CB21891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Cleo’s cookies fall!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F8E852-6EAC-6AAA-8484-834FD7C0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126841-79F2-F47F-4CD8-A7DC31938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1" y="39817"/>
            <a:ext cx="3464337" cy="5768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E05922-00C5-9E61-AEA4-E28980B9F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4E4F1-EC29-BEFA-EBF3-6EF0EF398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BEE12-5C82-6241-8C4F-F39248339C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31090E-B41C-68E3-5B38-8D514DC37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787" y="3156815"/>
            <a:ext cx="1732952" cy="873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539CC5-D840-1CA8-A58F-2B280A0C0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9201" y="3072625"/>
            <a:ext cx="1732952" cy="873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C40EB1-C814-EB0B-745A-72ACCD55C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248" y="3072625"/>
            <a:ext cx="1732952" cy="87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9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FC85BD7-F475-D454-993F-A9120590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EAE580-1B03-850D-6BC2-E668F450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091-74A9-BE6B-1D55-5ED3890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A941B-40C9-FF8F-8C15-19B234F8C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Finn still has 5 cookies. Cleo now has 3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DBF9EC-5004-73A0-7CD9-AE6A935BA6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455144" y="4123558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6779583" y="413275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13351-712F-79C4-AD6D-C4856CCD6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59F8E-0947-1D43-08AD-65DE847A6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B9FD6A-14D3-CADC-B237-1E98E19695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061" y="388535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87</Words>
  <Application>Microsoft Macintosh PowerPoint</Application>
  <PresentationFormat>Widescreen</PresentationFormat>
  <Paragraphs>19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35</cp:revision>
  <dcterms:created xsi:type="dcterms:W3CDTF">2026-05-01T23:56:35Z</dcterms:created>
  <dcterms:modified xsi:type="dcterms:W3CDTF">2026-07-08T18:22:58Z</dcterms:modified>
</cp:coreProperties>
</file>