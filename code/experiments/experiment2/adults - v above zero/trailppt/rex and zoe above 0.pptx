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70" r:id="rId3"/>
    <p:sldId id="273" r:id="rId4"/>
    <p:sldId id="272" r:id="rId5"/>
    <p:sldId id="282" r:id="rId6"/>
    <p:sldId id="283" r:id="rId7"/>
    <p:sldId id="284" r:id="rId8"/>
    <p:sldId id="278" r:id="rId9"/>
    <p:sldId id="281" r:id="rId1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81"/>
    <p:restoredTop sz="94548"/>
  </p:normalViewPr>
  <p:slideViewPr>
    <p:cSldViewPr snapToGrid="0">
      <p:cViewPr varScale="1">
        <p:scale>
          <a:sx n="108" d="100"/>
          <a:sy n="108" d="100"/>
        </p:scale>
        <p:origin x="22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E1E94-3DBD-F84D-9F2C-CEED7DC02AE8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F083E9-CCF5-184B-A91E-8703E0A9A98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0960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4F5E6-469C-C35F-FDBB-C3ABDCAE4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D1359-ADCA-EF0F-F3EF-6EDA068E98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BA348-9780-8CC1-A9D8-0F12A5C4EE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3D0F1-B542-8926-F3BF-99640B5D7B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1027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B5981-7A25-D811-2959-59A00DDBC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14382-B255-AA80-4435-F92E16B068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57DAE-AEC1-7786-1B0C-A847507FB1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DD0DC-5348-0EE9-CDF6-C2463791E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6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14135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0DA6A-7060-A3A1-7CE3-608C7DDA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E4418-3908-F63E-F36F-D19FF82BF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4ADCD-81AF-93D2-23F5-FBAC1F291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4903-3CA8-1CFA-4BA2-AD326588D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7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33727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1B88B-1F8F-ACB0-9EC5-EE4155C15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99497-3B96-21F5-C5DD-33094070B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80227F-5F7A-3BF6-E23A-8F30448F36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E791-5CE0-9B62-5AE8-85A47DC0F9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AB6D23-0398-254E-AC4F-4427B490562E}" type="slidenum">
              <a:rPr lang="en-CN" smtClean="0"/>
              <a:t>8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10274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07D6A-391A-733D-7146-C47BB5480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7D1CA-5469-E7BD-4C09-06BAF3FAE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2DDB0-82DE-9823-99C0-47FDF8D9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574E4-8799-EEFD-BB57-3C391A4F8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5C81D-87B1-976B-3BD1-D7E6EB131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6528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4EC01-05D3-E4F3-089D-52A95BC3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E28F-65DE-C88A-14EF-B254BC9F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76CAA-5EE5-80AE-EEF9-348100D10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78E11-EAA8-669C-EDA4-6F8BA7BB9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C635-806B-E9DD-9FE6-BDDD7C1EB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3246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B9210-A4D7-1098-C7BF-54C5BA83C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4BE45-8269-507D-BA0F-2784356F8A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F526-62F8-D184-327D-E83D32B38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C7690-3AE0-852E-B587-C0DB567B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3FD4D-C796-C917-E4DC-24E0EB06B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3238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B6FD7-5D15-1E44-3008-04B16E65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C6F39-C5AD-90B7-C110-D516F8B9D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B8553-EDEE-4372-67E3-3A6E7B4FA8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66A18-D3A4-C659-5244-50882AE46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2F0C9-E4AF-57D7-2209-5EE94957F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8212C-A019-ED64-09EF-71250ECB7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95046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92DD-2F15-D842-AF8C-78B9C6F4C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5883A-7AF3-565F-091C-3CCD34E9E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6806D8-49DD-8BDC-E96E-60E01922E6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8966E-BFD1-E558-73EE-5ACFA860D7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91C91A-69EF-0128-C8AB-00DAD36331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FBD2C9-4DEF-1298-E73A-5AC055CFB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443073-9130-1537-3BB5-8CFEB278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796712-985F-4544-8CE7-0B277227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1372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DA46-D65E-8485-88F5-EA610B5D0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D4CF7C-9184-9FE1-2B84-39558258B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D5862E-9C90-AB28-CE5E-8C6517005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3E09-6A4F-3BA2-212C-3998EAB25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087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21EB7E-1816-7253-EA1D-096D206A2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5B6FDC-8E39-A90F-8FE6-832324C6B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9052-1967-BEA6-AC21-A6D0A7F71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578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17794-777D-2727-8E9A-812928710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CC44F-7641-96A6-09C6-E167EAB14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59236E-8D54-FA9D-F6B7-43FB8B3A2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2E469E-AA93-D6F4-AE71-1CE1D2A76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518F9-C15E-995F-9276-FAAA150CE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8669-4272-2528-7735-5E66C2CA4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6514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20BB9-1F0B-5D91-DEE5-3AB3AB2C6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5F202C-4DE6-2A56-79A0-3995A98C0B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BE42D-57A2-178B-571F-FDD5DFE30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9D7C4A-F25F-CB4F-08A9-237693E0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538DA9-A8E3-4F6D-A2EA-E2D4FD782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7CE0A-9EE5-174C-0798-E3051FE59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4681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BC7C-A513-D815-1327-72B466B1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2C8DC6-C8BB-77EC-707D-BD7B96D16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B05C-043B-322F-4430-DE3DDA8E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FF545-24DE-8FE6-0F13-64A96AB1B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D3BD96-2A70-E31A-0591-EB2CFD909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690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00537D-D588-6A23-344C-773BB1AD7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658D6-BAB6-21CB-B935-3306F3170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30C506-33D5-E35A-7458-7C89DD20C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B2ED-5ABB-0BF7-4F44-551AEE203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58313E-0EBE-6C0B-26DC-F87C53FAF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04274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20A56-B924-6961-72F2-AA95B826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8753A0-6380-B53E-80B2-FDA7E5866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D4E82-71AE-D17B-9CC4-1EC433C93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AC514-00C7-554D-9581-DF80ECB5DFB1}" type="datetimeFigureOut">
              <a:rPr lang="en-CN" smtClean="0"/>
              <a:t>2026/7/8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708FC3-E754-39AF-DDD5-5D2216B73E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2B122-0432-25F7-9FF7-01D9C59D78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3EB0DB-ACB7-FA41-B8A5-4570489582B2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87561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B3BFE-0BBF-8AFA-E664-CDB652A92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77E4A3-218C-D41F-9A6B-B0A8CD4CB7D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8270BF7-31FD-55EA-5D3B-4EBF93D5A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C18FE6-390C-89F1-2A09-655EA1EAA9A4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Zoe.</a:t>
            </a:r>
          </a:p>
        </p:txBody>
      </p:sp>
    </p:spTree>
    <p:extLst>
      <p:ext uri="{BB962C8B-B14F-4D97-AF65-F5344CB8AC3E}">
        <p14:creationId xmlns:p14="http://schemas.microsoft.com/office/powerpoint/2010/main" val="3110232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F2B4-9D12-0DB9-A710-D57E0BD23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384BF9C-3490-CE71-862E-7EEF839FF52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1587A44-D745-8165-DCAB-47D27CB67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692" y="647236"/>
            <a:ext cx="4251158" cy="536395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3AA2AD-3468-424C-3998-06E3BA272631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Zoe has 7 cookies.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5E7D1-7924-6A00-25D3-D0A9AEE531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F27308C-A930-6932-3C49-6457E1EA5A8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E1141A-21B7-A022-28D9-932C95EE58C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5BB6C9-7607-1DF8-7473-D71B07F20A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C7610B-15DD-CDB0-AF27-0792179C97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8714CCF-70F7-72B5-5891-CE7F96EFA2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C94244-3668-7D94-032E-9791B9C4C6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B7BBA9-CED8-4F48-9E41-5B58AA9ADE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843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A8B7D-0693-AE95-0137-07EEBAAD9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FCD29-C7A7-30BC-E752-1F858B49314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576ECA-652D-9098-0B6D-0DFF90550810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This is Rex.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BB983F-22CD-E6BF-4EE0-1B9C23DB7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9E1B7-53EE-6C36-6ECC-C2457D8BB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C98AC11-C37A-EB98-6D51-2F409D2DCD1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70EC46A-7A99-5C4B-00FA-826229392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6423" y="391382"/>
            <a:ext cx="4101697" cy="5343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658770-2B8C-30CB-D54E-43D3754B2206}"/>
              </a:ext>
            </a:extLst>
          </p:cNvPr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CN" sz="3000" b="1" dirty="0"/>
              <a:t>Rex has 7 cookies.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1509AA-6007-B9C7-EB1D-16D6230D93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4607" y="4266090"/>
            <a:ext cx="1027288" cy="3188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3AC9F1B-991C-517F-EB4D-554704E498C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44417" y="4288421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0ADDEA4-EB5E-96A8-3A60-D6CEE9BEE2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856" y="4266089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237A71-31C7-D709-0985-D0C113E08F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579651" y="4215906"/>
            <a:ext cx="457200" cy="22402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C4876B-2D01-08A4-9D37-3D09F0ADBB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768367" y="4183642"/>
            <a:ext cx="457200" cy="2240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1CDF38-8005-8B70-5BDC-B3030CFE86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348578" y="4199774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167101F-56AD-0E43-9A8A-DD45D46E389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465948" y="4120919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CE9C9D-D9FE-AE3E-70B7-9BEBD77AAE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4630676" y="4087761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90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674B1-0CBA-D4AF-408E-22ABCDC92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222B192C-CD16-69EC-228B-9F7CA2346D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06B5457-28D5-5B62-A688-79CDECE09E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349" y="242720"/>
            <a:ext cx="4101697" cy="5343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8A8D14-2C60-9B6C-3E8D-9880E6FE6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7E0868F-DD3A-3E37-FB7A-AC7C03DC6929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Zoe wants Rex to have fewer cookies.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4CBBAE-BB06-5B81-87C3-CB024662BD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2680" y="4138765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34B252-CD82-364B-E46D-28B590FFB2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52490" y="4161096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988F42A-DF55-5465-9B32-32D06D1CD99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576929" y="4138764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29CBB0-B073-4EF4-E557-1ED93A4D3EF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387724" y="4088581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A755C1-0465-16C3-DB64-0EB30A8061A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576440" y="4056317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C3AF69-C443-2C6B-EC00-D6FBBAB7410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156651" y="4072449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7105AE1-3626-8696-310B-EC4623F5912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74021" y="3993594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CFDA523-54B6-FBD9-9240-33D822A11BD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438749" y="3960436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373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5B1E3-99B3-236F-8466-F6CEE1F8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C52379A0-C70C-8D7C-DBB9-F88D0BDAFD5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3967DC-8C59-9549-8DD8-1C646F9E1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349" y="242720"/>
            <a:ext cx="4101697" cy="53438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1F04CA-583E-15A6-F5AA-891FE87319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3570165-FEF0-AC8A-6ABB-8CF5862ECBD1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Rex puts his cookies on the ground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F9BB80-A40F-9886-F89B-BA51C28E76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927" y="5140469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468B65A-B1FD-F69B-1F0E-2A73B653CBB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133737" y="5162800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8EB9D9-E722-6CC7-F590-D56385AEF3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458176" y="5140468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EC63A02-A429-8B47-AE42-FC5B92AAEE9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268971" y="5090285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AC8CF2-A33A-6D6C-DA65-359CA36931F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457687" y="5058021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5F4BCF9-B5C0-FA37-01AC-EEDC97F59AC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037898" y="5074153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5951766-87BB-4702-4723-CDFF8F17AF8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155268" y="4995298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0997AEC-1358-BB5C-A845-955524EA9BF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309" t="37775" r="29949" b="24568"/>
          <a:stretch>
            <a:fillRect/>
          </a:stretch>
        </p:blipFill>
        <p:spPr>
          <a:xfrm>
            <a:off x="8319996" y="4962140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91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9F89E-69EF-602E-D10C-7799398B3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D88B77FA-7755-82E6-180A-A09E533AB1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212A25-6D58-60E2-26F1-30F0A3094C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0498" y="566405"/>
            <a:ext cx="3464364" cy="52717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CB0628-62E9-EED9-B143-55D2B4BF23FF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Rex walks away</a:t>
            </a:r>
            <a:endParaRPr lang="en-CN" sz="3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69D5F7-8BD9-F6F2-49DC-D91158B82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3927" y="5140469"/>
            <a:ext cx="1027288" cy="3188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B852F3-3084-9B20-EF36-DCF610E0ABF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133737" y="5162800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32187D-5D36-6025-2B49-C2E869936F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458176" y="5140468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F52C4B-0D3A-A092-6CFD-F11F81CF97E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268971" y="5090285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272464-B4DA-763F-72BD-6C20D6900DE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457687" y="5058021"/>
            <a:ext cx="457200" cy="2240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DB047A-910B-8ACC-9C33-6A7DA83DFBB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037898" y="5074153"/>
            <a:ext cx="457200" cy="2240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74EED5A-D9A6-423A-18B6-3174833E15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155268" y="4995298"/>
            <a:ext cx="457200" cy="2240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1324E1-7A16-B13C-FC58-84A9FF6D7DB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8319996" y="4962140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1649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CFC63-A4F8-84E5-AF29-6C0C2808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0270E0-A249-7732-F45F-DBD78E4A1A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89EDF01-CA0C-32D5-D78F-A0694A6D2A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748" y="0"/>
            <a:ext cx="4469350" cy="56258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E59DBC9-D858-1FA9-B3D8-62F93050FFE0}"/>
              </a:ext>
            </a:extLst>
          </p:cNvPr>
          <p:cNvSpPr txBox="1"/>
          <p:nvPr/>
        </p:nvSpPr>
        <p:spPr>
          <a:xfrm>
            <a:off x="1981200" y="5737597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Oh no! Zoe throws 2 of Rex’s cookies!</a:t>
            </a:r>
            <a:endParaRPr lang="en-CN" sz="3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27BAAF-9555-7691-7BF3-27A6819AE9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963088">
            <a:off x="6895909" y="2759582"/>
            <a:ext cx="1053833" cy="5312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23B4092-71EF-27FC-97F4-71AC70333F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81285">
            <a:off x="6773998" y="2416411"/>
            <a:ext cx="1053833" cy="5312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835F4A-BF04-6958-6212-5D9857AC6F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3927" y="5140469"/>
            <a:ext cx="1027288" cy="3188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B4C76A-D941-2B37-6434-5FBB4907C79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8133737" y="5162800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655261-569A-0291-5544-4F3F604816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8458176" y="5140468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93ED35-4259-2291-9A1C-1FD6C998BE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8268971" y="5090285"/>
            <a:ext cx="457200" cy="2240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C22902-04F8-2A62-9EB7-707BFD4E7D5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8457687" y="5058021"/>
            <a:ext cx="457200" cy="2240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46758EF-9C9A-070A-7F7E-C356CEE619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309" t="37775" r="29949" b="24568"/>
          <a:stretch>
            <a:fillRect/>
          </a:stretch>
        </p:blipFill>
        <p:spPr>
          <a:xfrm>
            <a:off x="8037898" y="5074153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7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B28B9-24AD-CDB0-565D-879EC5185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0E9612DD-088F-3546-9C17-FAAE6FD8B0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9F7BAF-A4DD-F703-86DC-C3D5F0D48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0807" y="285732"/>
            <a:ext cx="4101697" cy="53438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42E65E0-B52A-82C9-123D-92EC37FC1305}"/>
              </a:ext>
            </a:extLst>
          </p:cNvPr>
          <p:cNvSpPr txBox="1"/>
          <p:nvPr/>
        </p:nvSpPr>
        <p:spPr>
          <a:xfrm>
            <a:off x="2239500" y="5596796"/>
            <a:ext cx="822960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>
              <a:defRPr sz="3000"/>
            </a:pPr>
            <a:r>
              <a:rPr lang="en-US" sz="3000" b="1" dirty="0"/>
              <a:t>Zoe still has 7 cookies. Rex now has 5 cookies.</a:t>
            </a:r>
            <a:endParaRPr lang="en-CN" sz="4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722F5C-362B-6509-A530-E7AB2DB14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2900" y="405646"/>
            <a:ext cx="4251158" cy="536395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C779D5-0F9C-D914-AB95-01EFEA3DF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5815" y="4024500"/>
            <a:ext cx="1027288" cy="3188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AE9AEE-68DC-643C-709C-A71498A1577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185625" y="4046831"/>
            <a:ext cx="457200" cy="2240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9C5A89-C9FC-15BB-BFA4-939D0BD37CF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10064" y="4024499"/>
            <a:ext cx="457200" cy="2240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B10609-3B3A-838A-F704-0A698EBD6CE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20859" y="3974316"/>
            <a:ext cx="457200" cy="224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CC2AE2-D4C7-709E-7E71-FC924FAF0A4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509575" y="3942052"/>
            <a:ext cx="457200" cy="22402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6840C69-8096-0FED-0325-3CF48B3158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089786" y="3958184"/>
            <a:ext cx="457200" cy="2240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74AE4-1F34-5D24-5C73-47361C309D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6304720" y="5050421"/>
            <a:ext cx="812666" cy="411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A1F41F-4326-D91B-F4CA-9147E0E3E8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956284" y="4915409"/>
            <a:ext cx="812666" cy="411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F8C5BDC-34B5-52CD-D1CF-9635CD4E11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3800" y="4138765"/>
            <a:ext cx="1027288" cy="31887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19219EA-E40D-69EE-7E46-7A016340793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643610" y="4161096"/>
            <a:ext cx="457200" cy="22402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0272240-DBD0-3F64-A4F5-9A500246C2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968049" y="4138764"/>
            <a:ext cx="457200" cy="22402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5BE5D27-6A27-8E24-038E-513C3985756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778844" y="4088581"/>
            <a:ext cx="457200" cy="224025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ECBDE11-C84D-F8B3-A7F6-E3EB6A0CCF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967560" y="4056317"/>
            <a:ext cx="457200" cy="2240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4B3AAA9-7627-D5B0-1CFC-6F0A2262A61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6547771" y="4072449"/>
            <a:ext cx="457200" cy="22402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61BCDA2-924C-D4FD-602C-8783290C020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207796" y="3867313"/>
            <a:ext cx="457200" cy="2240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0B8B081-3D09-AE51-A2B7-0CB945C83C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1309" t="37775" r="29949" b="24568"/>
          <a:stretch>
            <a:fillRect/>
          </a:stretch>
        </p:blipFill>
        <p:spPr>
          <a:xfrm>
            <a:off x="2370103" y="3835049"/>
            <a:ext cx="457200" cy="22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690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3895</TotalTime>
  <Words>62</Words>
  <Application>Microsoft Macintosh PowerPoint</Application>
  <PresentationFormat>Widescreen</PresentationFormat>
  <Paragraphs>13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Katie Lan</dc:creator>
  <cp:lastModifiedBy>Katie Lan</cp:lastModifiedBy>
  <cp:revision>23</cp:revision>
  <dcterms:created xsi:type="dcterms:W3CDTF">2026-05-02T00:02:28Z</dcterms:created>
  <dcterms:modified xsi:type="dcterms:W3CDTF">2026-07-08T18:23:58Z</dcterms:modified>
</cp:coreProperties>
</file>