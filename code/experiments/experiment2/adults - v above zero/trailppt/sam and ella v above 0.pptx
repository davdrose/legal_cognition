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b+SmLjdwlMJJvYd1ge5P3hvEw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>
      <p:cViewPr>
        <p:scale>
          <a:sx n="95" d="100"/>
          <a:sy n="95" d="100"/>
        </p:scale>
        <p:origin x="124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84011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Sam.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84011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3192651" y="5734196"/>
            <a:ext cx="5806698" cy="553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has </a:t>
            </a:r>
            <a:r>
              <a:rPr lang="en-CN" sz="3000" b="1" dirty="0">
                <a:solidFill>
                  <a:schemeClr val="dk1"/>
                </a:solidFill>
              </a:rPr>
              <a:t>5</a:t>
            </a: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cookies.</a:t>
            </a:r>
            <a:endParaRPr dirty="0"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360" y="419418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0369" y="401274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8783" y="3928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5830" y="3928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9815" y="385879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2215" y="4011190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347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has an alligator.</a:t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2855" y="475395"/>
            <a:ext cx="6378874" cy="564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92339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Ella.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3832" y="292339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3192651" y="5734196"/>
            <a:ext cx="5806698" cy="553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Ella has 5 cookies.</a:t>
            </a:r>
            <a:endParaRPr dirty="0"/>
          </a:p>
        </p:txBody>
      </p:sp>
      <p:pic>
        <p:nvPicPr>
          <p:cNvPr id="2" name="Google Shape;100;p2">
            <a:extLst>
              <a:ext uri="{FF2B5EF4-FFF2-40B4-BE49-F238E27FC236}">
                <a16:creationId xmlns:a16="http://schemas.microsoft.com/office/drawing/2014/main" id="{4F017179-6127-B09F-C925-A30C537F48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360" y="419418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;p2">
            <a:extLst>
              <a:ext uri="{FF2B5EF4-FFF2-40B4-BE49-F238E27FC236}">
                <a16:creationId xmlns:a16="http://schemas.microsoft.com/office/drawing/2014/main" id="{BE2114DD-4435-77AF-FDE4-23826CEC5E4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0369" y="401274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2;p2">
            <a:extLst>
              <a:ext uri="{FF2B5EF4-FFF2-40B4-BE49-F238E27FC236}">
                <a16:creationId xmlns:a16="http://schemas.microsoft.com/office/drawing/2014/main" id="{D6091D36-3C5E-680D-A2E2-53637F66209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8783" y="3928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3;p2">
            <a:extLst>
              <a:ext uri="{FF2B5EF4-FFF2-40B4-BE49-F238E27FC236}">
                <a16:creationId xmlns:a16="http://schemas.microsoft.com/office/drawing/2014/main" id="{CA4D668B-6E34-88CB-E8A9-99AEC40756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5830" y="3928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4;p2">
            <a:extLst>
              <a:ext uri="{FF2B5EF4-FFF2-40B4-BE49-F238E27FC236}">
                <a16:creationId xmlns:a16="http://schemas.microsoft.com/office/drawing/2014/main" id="{88652344-C20F-143F-039A-B4820149C1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9815" y="385879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5;p2">
            <a:extLst>
              <a:ext uri="{FF2B5EF4-FFF2-40B4-BE49-F238E27FC236}">
                <a16:creationId xmlns:a16="http://schemas.microsoft.com/office/drawing/2014/main" id="{B8B30E99-2E0E-1337-1298-453ED098ED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2215" y="4011190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3026" y="1325733"/>
            <a:ext cx="2748374" cy="450356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is walking his alligator.</a:t>
            </a:r>
            <a:endParaRPr/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9481" y="599533"/>
            <a:ext cx="6183943" cy="547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70F4DE-7202-005A-D3CF-7096F9855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676" y="4371675"/>
            <a:ext cx="1403366" cy="4356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DF6C4E-8C36-1DBF-B2B4-0E2FADC3F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424" y="4043688"/>
            <a:ext cx="1439628" cy="7257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3281DE-66A3-2C68-9106-4C854399C5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5347" y="4114237"/>
            <a:ext cx="1439628" cy="7257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395249-5D7B-3974-44A8-46DC29A81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6929" y="4023629"/>
            <a:ext cx="1439628" cy="7257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6DDA45-01D1-C563-4C20-DC36BBEA8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0592" y="3995591"/>
            <a:ext cx="1439628" cy="7257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A1DE44-0193-DE25-2C82-42268D4E66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909" y="4146231"/>
            <a:ext cx="1439628" cy="7257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31AC44-9933-8946-6F05-AF6947B980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2883" y="4043688"/>
            <a:ext cx="1439628" cy="7257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981200" y="5748363"/>
            <a:ext cx="82296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Ella stands up and </a:t>
            </a:r>
            <a:r>
              <a:rPr lang="en-CN" sz="3000" b="1">
                <a:solidFill>
                  <a:schemeClr val="dk1"/>
                </a:solidFill>
              </a:rPr>
              <a:t>sits her plate of cookies on the ground.</a:t>
            </a:r>
            <a:endParaRPr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481" y="599533"/>
            <a:ext cx="6183943" cy="547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8155" y="258233"/>
            <a:ext cx="4066877" cy="557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072D01-B58C-C00F-E070-35D6158FE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0884" y="5141487"/>
            <a:ext cx="1403366" cy="435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FF7005-2CEF-E4A7-B39B-FBB67FFE2D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632" y="4813500"/>
            <a:ext cx="1439628" cy="725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56E53A-16E3-FE83-E921-614B8CB56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5555" y="4884049"/>
            <a:ext cx="1439628" cy="725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240F5A-9FE4-F550-4DFF-36745C7EB0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7137" y="4793441"/>
            <a:ext cx="1439628" cy="725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9A11FC-38CF-A5F8-0C2A-B974AD27AB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800" y="4765403"/>
            <a:ext cx="1439628" cy="725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C98C1-D659-2023-C1BB-283AE81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117" y="4916043"/>
            <a:ext cx="1439628" cy="725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FA3283-71BD-29BB-4A11-C167ACAD7A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3091" y="4813500"/>
            <a:ext cx="1439628" cy="725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1981200" y="5748363"/>
            <a:ext cx="82296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 no! The alligator breaks free from the </a:t>
            </a:r>
            <a:r>
              <a:rPr lang="en-CN" sz="3000" b="1">
                <a:solidFill>
                  <a:schemeClr val="dk1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leash!</a:t>
            </a:r>
            <a:endParaRPr/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5432" y="409771"/>
            <a:ext cx="3582374" cy="552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5742" y="3367008"/>
            <a:ext cx="3204307" cy="231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8155" y="258233"/>
            <a:ext cx="4066877" cy="557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F809E0-1BDC-FAC3-A083-C9E7DFAD19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0884" y="5141487"/>
            <a:ext cx="1403366" cy="435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9BAC0E-C5B2-E35B-74DA-DA76ABC45F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632" y="4813500"/>
            <a:ext cx="1439628" cy="725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A62815-FEC0-CAE7-4CA7-4A1E0EC1B4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5555" y="4884049"/>
            <a:ext cx="1439628" cy="725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89F9F5-E471-2734-AD4E-2C5209E337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137" y="4793441"/>
            <a:ext cx="1439628" cy="725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61E85F-6002-1237-58B4-D0C787A4F0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0800" y="4765403"/>
            <a:ext cx="1439628" cy="725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E785E2-F143-6E76-F9E0-5B254DFBB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117" y="4916043"/>
            <a:ext cx="1439628" cy="725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7E7C24-29D7-76FB-E629-87E36AEAC5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3091" y="4813500"/>
            <a:ext cx="1439628" cy="725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8155" y="258233"/>
            <a:ext cx="4066877" cy="557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alligator eats 2 of Ella’s cookies!</a:t>
            </a:r>
            <a:endParaRPr/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5431" y="266017"/>
            <a:ext cx="3675649" cy="56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11167" y="3324726"/>
            <a:ext cx="3204307" cy="232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31758" y="3743729"/>
            <a:ext cx="1537779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9318" y="3906043"/>
            <a:ext cx="1537779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0605" y="258233"/>
            <a:ext cx="3209707" cy="54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E943CE-5A10-48F0-929B-A316D43C9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0884" y="5141487"/>
            <a:ext cx="1403366" cy="435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3B924C-9140-7BDA-EF2E-80ED456A55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632" y="4813500"/>
            <a:ext cx="1439628" cy="725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54E1E9-6D6A-D305-0AE3-2DC9D3AAF7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5555" y="4884049"/>
            <a:ext cx="1439628" cy="725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1A07F6-04E4-3DF8-99A6-C56E6B4B91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5751" y="4901247"/>
            <a:ext cx="1439628" cy="7257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3354" y="574220"/>
            <a:ext cx="3733835" cy="5116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9654" y="-4737"/>
            <a:ext cx="4156315" cy="569569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 still has 5 cookies. Ella now has 3 cookies.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5334" y="4101222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72340" y="3966192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922150" y="3988523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589" y="3966191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057384" y="3916008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100" y="3883744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826311" y="3899876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45878" y="3270237"/>
            <a:ext cx="3204307" cy="232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6469" y="3689240"/>
            <a:ext cx="1537779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04029" y="3851554"/>
            <a:ext cx="1537779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00;p10">
            <a:extLst>
              <a:ext uri="{FF2B5EF4-FFF2-40B4-BE49-F238E27FC236}">
                <a16:creationId xmlns:a16="http://schemas.microsoft.com/office/drawing/2014/main" id="{E5F203B8-65D9-F657-80F4-ADEB4D393C3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6734726" y="4078203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01;p10">
            <a:extLst>
              <a:ext uri="{FF2B5EF4-FFF2-40B4-BE49-F238E27FC236}">
                <a16:creationId xmlns:a16="http://schemas.microsoft.com/office/drawing/2014/main" id="{B35B4226-2F43-CB3C-CB56-3566D6F732F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6413584" y="4136644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2;p10">
            <a:extLst>
              <a:ext uri="{FF2B5EF4-FFF2-40B4-BE49-F238E27FC236}">
                <a16:creationId xmlns:a16="http://schemas.microsoft.com/office/drawing/2014/main" id="{35034B49-1D04-9FA2-ABA2-A8B7881A25C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6532261" y="4062659"/>
            <a:ext cx="457200" cy="2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79</Words>
  <Application>Microsoft Macintosh PowerPoint</Application>
  <PresentationFormat>Widescreen</PresentationFormat>
  <Paragraphs>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Katie Lan</dc:creator>
  <cp:lastModifiedBy>Katie Lan</cp:lastModifiedBy>
  <cp:revision>4</cp:revision>
  <dcterms:created xsi:type="dcterms:W3CDTF">2026-05-01T23:47:31Z</dcterms:created>
  <dcterms:modified xsi:type="dcterms:W3CDTF">2026-07-08T17:41:21Z</dcterms:modified>
</cp:coreProperties>
</file>